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8"/>
  </p:notesMasterIdLst>
  <p:sldIdLst>
    <p:sldId id="256" r:id="rId2"/>
    <p:sldId id="260" r:id="rId3"/>
    <p:sldId id="261" r:id="rId4"/>
    <p:sldId id="263" r:id="rId5"/>
    <p:sldId id="264" r:id="rId6"/>
    <p:sldId id="265" r:id="rId7"/>
    <p:sldId id="267" r:id="rId8"/>
    <p:sldId id="268" r:id="rId9"/>
    <p:sldId id="270" r:id="rId10"/>
    <p:sldId id="272" r:id="rId11"/>
    <p:sldId id="277" r:id="rId12"/>
    <p:sldId id="278" r:id="rId13"/>
    <p:sldId id="275" r:id="rId14"/>
    <p:sldId id="276" r:id="rId15"/>
    <p:sldId id="279" r:id="rId16"/>
    <p:sldId id="2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078E10-C20B-6DE8-27FF-98770B3B91D7}" name="Pavani" initials="P" userId="24228c9c17fd64c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207F4-C87A-40E6-99BD-DE3A494A05C8}" v="962" dt="2022-12-02T03:00:40.950"/>
    <p1510:client id="{4FAD04B4-9346-4CD0-BBE8-8DB9C567C7CE}" v="337" dt="2022-12-02T00:35:41.192"/>
    <p1510:client id="{5BFA39E3-63DE-4503-A936-340727A57134}" v="713" dt="2022-12-02T22:22:50.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FAD04B4-9346-4CD0-BBE8-8DB9C567C7CE}"/>
    <pc:docChg chg="delSld modSld">
      <pc:chgData name="Guest User" userId="" providerId="Windows Live" clId="Web-{4FAD04B4-9346-4CD0-BBE8-8DB9C567C7CE}" dt="2022-12-02T00:35:41.020" v="333" actId="20577"/>
      <pc:docMkLst>
        <pc:docMk/>
      </pc:docMkLst>
      <pc:sldChg chg="modSp">
        <pc:chgData name="Guest User" userId="" providerId="Windows Live" clId="Web-{4FAD04B4-9346-4CD0-BBE8-8DB9C567C7CE}" dt="2022-12-01T16:47:21.511" v="136" actId="14100"/>
        <pc:sldMkLst>
          <pc:docMk/>
          <pc:sldMk cId="2707866632" sldId="261"/>
        </pc:sldMkLst>
        <pc:spChg chg="mod">
          <ac:chgData name="Guest User" userId="" providerId="Windows Live" clId="Web-{4FAD04B4-9346-4CD0-BBE8-8DB9C567C7CE}" dt="2022-12-01T16:45:50.258" v="53" actId="20577"/>
          <ac:spMkLst>
            <pc:docMk/>
            <pc:sldMk cId="2707866632" sldId="261"/>
            <ac:spMk id="2" creationId="{5BF40B1F-97EC-5715-AC0A-4757F64F3846}"/>
          </ac:spMkLst>
        </pc:spChg>
        <pc:spChg chg="mod">
          <ac:chgData name="Guest User" userId="" providerId="Windows Live" clId="Web-{4FAD04B4-9346-4CD0-BBE8-8DB9C567C7CE}" dt="2022-12-01T16:47:21.511" v="136" actId="14100"/>
          <ac:spMkLst>
            <pc:docMk/>
            <pc:sldMk cId="2707866632" sldId="261"/>
            <ac:spMk id="167" creationId="{132B40CE-2911-7CA6-DCA0-1950AD28D45A}"/>
          </ac:spMkLst>
        </pc:spChg>
      </pc:sldChg>
      <pc:sldChg chg="addSp delSp modSp">
        <pc:chgData name="Guest User" userId="" providerId="Windows Live" clId="Web-{4FAD04B4-9346-4CD0-BBE8-8DB9C567C7CE}" dt="2022-12-01T16:52:09.191" v="137" actId="20577"/>
        <pc:sldMkLst>
          <pc:docMk/>
          <pc:sldMk cId="1155740690" sldId="263"/>
        </pc:sldMkLst>
        <pc:spChg chg="mod">
          <ac:chgData name="Guest User" userId="" providerId="Windows Live" clId="Web-{4FAD04B4-9346-4CD0-BBE8-8DB9C567C7CE}" dt="2022-12-01T16:52:09.191" v="137" actId="20577"/>
          <ac:spMkLst>
            <pc:docMk/>
            <pc:sldMk cId="1155740690" sldId="263"/>
            <ac:spMk id="2" creationId="{2F052C35-58BC-B3BC-AC1C-7386B5D4AEF6}"/>
          </ac:spMkLst>
        </pc:spChg>
        <pc:spChg chg="add del">
          <ac:chgData name="Guest User" userId="" providerId="Windows Live" clId="Web-{4FAD04B4-9346-4CD0-BBE8-8DB9C567C7CE}" dt="2022-12-01T16:40:19.155" v="45"/>
          <ac:spMkLst>
            <pc:docMk/>
            <pc:sldMk cId="1155740690" sldId="263"/>
            <ac:spMk id="3" creationId="{C526B09C-7305-4D18-C723-ED2517B62CDC}"/>
          </ac:spMkLst>
        </pc:spChg>
      </pc:sldChg>
      <pc:sldChg chg="modSp">
        <pc:chgData name="Guest User" userId="" providerId="Windows Live" clId="Web-{4FAD04B4-9346-4CD0-BBE8-8DB9C567C7CE}" dt="2022-12-01T17:04:13.338" v="222" actId="20577"/>
        <pc:sldMkLst>
          <pc:docMk/>
          <pc:sldMk cId="761928941" sldId="265"/>
        </pc:sldMkLst>
        <pc:spChg chg="mod">
          <ac:chgData name="Guest User" userId="" providerId="Windows Live" clId="Web-{4FAD04B4-9346-4CD0-BBE8-8DB9C567C7CE}" dt="2022-12-01T17:04:13.338" v="222" actId="20577"/>
          <ac:spMkLst>
            <pc:docMk/>
            <pc:sldMk cId="761928941" sldId="265"/>
            <ac:spMk id="2" creationId="{646BCBF3-F21E-9B04-BCD2-E1C3957E308B}"/>
          </ac:spMkLst>
        </pc:spChg>
      </pc:sldChg>
      <pc:sldChg chg="addSp modSp">
        <pc:chgData name="Guest User" userId="" providerId="Windows Live" clId="Web-{4FAD04B4-9346-4CD0-BBE8-8DB9C567C7CE}" dt="2022-12-01T16:38:14.666" v="32" actId="20577"/>
        <pc:sldMkLst>
          <pc:docMk/>
          <pc:sldMk cId="75626113" sldId="267"/>
        </pc:sldMkLst>
        <pc:spChg chg="mod">
          <ac:chgData name="Guest User" userId="" providerId="Windows Live" clId="Web-{4FAD04B4-9346-4CD0-BBE8-8DB9C567C7CE}" dt="2022-12-01T16:38:14.666" v="32" actId="20577"/>
          <ac:spMkLst>
            <pc:docMk/>
            <pc:sldMk cId="75626113" sldId="267"/>
            <ac:spMk id="2" creationId="{BBF2F744-D1FE-3BC3-FE42-9FB1521056FF}"/>
          </ac:spMkLst>
        </pc:spChg>
        <pc:spChg chg="mod">
          <ac:chgData name="Guest User" userId="" providerId="Windows Live" clId="Web-{4FAD04B4-9346-4CD0-BBE8-8DB9C567C7CE}" dt="2022-12-01T16:36:28.023" v="11" actId="20577"/>
          <ac:spMkLst>
            <pc:docMk/>
            <pc:sldMk cId="75626113" sldId="267"/>
            <ac:spMk id="3" creationId="{CCFCB90B-EB7C-C1E9-1DDD-5B0BFAB665FE}"/>
          </ac:spMkLst>
        </pc:spChg>
        <pc:spChg chg="mod">
          <ac:chgData name="Guest User" userId="" providerId="Windows Live" clId="Web-{4FAD04B4-9346-4CD0-BBE8-8DB9C567C7CE}" dt="2022-12-01T16:38:07.135" v="29" actId="20577"/>
          <ac:spMkLst>
            <pc:docMk/>
            <pc:sldMk cId="75626113" sldId="267"/>
            <ac:spMk id="8" creationId="{3DED0315-E049-FFC5-C001-04950771006C}"/>
          </ac:spMkLst>
        </pc:spChg>
        <pc:picChg chg="mod">
          <ac:chgData name="Guest User" userId="" providerId="Windows Live" clId="Web-{4FAD04B4-9346-4CD0-BBE8-8DB9C567C7CE}" dt="2022-12-01T16:35:51.646" v="5" actId="14100"/>
          <ac:picMkLst>
            <pc:docMk/>
            <pc:sldMk cId="75626113" sldId="267"/>
            <ac:picMk id="4" creationId="{4A1C06F7-5FDB-25AC-DACB-9CE5EA0232E7}"/>
          </ac:picMkLst>
        </pc:picChg>
        <pc:picChg chg="add mod">
          <ac:chgData name="Guest User" userId="" providerId="Windows Live" clId="Web-{4FAD04B4-9346-4CD0-BBE8-8DB9C567C7CE}" dt="2022-12-01T16:36:08.819" v="9" actId="1076"/>
          <ac:picMkLst>
            <pc:docMk/>
            <pc:sldMk cId="75626113" sldId="267"/>
            <ac:picMk id="6" creationId="{C30FE100-BE82-C0DB-7644-7A80875B99E6}"/>
          </ac:picMkLst>
        </pc:picChg>
      </pc:sldChg>
      <pc:sldChg chg="del">
        <pc:chgData name="Guest User" userId="" providerId="Windows Live" clId="Web-{4FAD04B4-9346-4CD0-BBE8-8DB9C567C7CE}" dt="2022-12-01T16:38:42.777" v="33"/>
        <pc:sldMkLst>
          <pc:docMk/>
          <pc:sldMk cId="1770982502" sldId="269"/>
        </pc:sldMkLst>
      </pc:sldChg>
      <pc:sldChg chg="addSp delSp modSp">
        <pc:chgData name="Guest User" userId="" providerId="Windows Live" clId="Web-{4FAD04B4-9346-4CD0-BBE8-8DB9C567C7CE}" dt="2022-12-01T17:15:40.531" v="299" actId="20577"/>
        <pc:sldMkLst>
          <pc:docMk/>
          <pc:sldMk cId="806809924" sldId="270"/>
        </pc:sldMkLst>
        <pc:spChg chg="mod">
          <ac:chgData name="Guest User" userId="" providerId="Windows Live" clId="Web-{4FAD04B4-9346-4CD0-BBE8-8DB9C567C7CE}" dt="2022-12-01T17:13:23.792" v="259" actId="14100"/>
          <ac:spMkLst>
            <pc:docMk/>
            <pc:sldMk cId="806809924" sldId="270"/>
            <ac:spMk id="2" creationId="{BE46B322-D2E0-0121-E695-8607E43F0E5B}"/>
          </ac:spMkLst>
        </pc:spChg>
        <pc:spChg chg="mod">
          <ac:chgData name="Guest User" userId="" providerId="Windows Live" clId="Web-{4FAD04B4-9346-4CD0-BBE8-8DB9C567C7CE}" dt="2022-12-01T17:15:40.531" v="299" actId="20577"/>
          <ac:spMkLst>
            <pc:docMk/>
            <pc:sldMk cId="806809924" sldId="270"/>
            <ac:spMk id="8" creationId="{101F8ABD-01B0-7529-91D0-8C5077611B43}"/>
          </ac:spMkLst>
        </pc:spChg>
        <pc:picChg chg="del">
          <ac:chgData name="Guest User" userId="" providerId="Windows Live" clId="Web-{4FAD04B4-9346-4CD0-BBE8-8DB9C567C7CE}" dt="2022-12-01T17:11:02.694" v="225"/>
          <ac:picMkLst>
            <pc:docMk/>
            <pc:sldMk cId="806809924" sldId="270"/>
            <ac:picMk id="4" creationId="{37B3A32F-2282-3A96-CD85-258E43003332}"/>
          </ac:picMkLst>
        </pc:picChg>
        <pc:picChg chg="add mod">
          <ac:chgData name="Guest User" userId="" providerId="Windows Live" clId="Web-{4FAD04B4-9346-4CD0-BBE8-8DB9C567C7CE}" dt="2022-12-01T17:12:37.010" v="252" actId="1076"/>
          <ac:picMkLst>
            <pc:docMk/>
            <pc:sldMk cId="806809924" sldId="270"/>
            <ac:picMk id="5" creationId="{BBEDB83C-913D-26F3-09D4-86CA0C9D24DF}"/>
          </ac:picMkLst>
        </pc:picChg>
        <pc:picChg chg="add mod">
          <ac:chgData name="Guest User" userId="" providerId="Windows Live" clId="Web-{4FAD04B4-9346-4CD0-BBE8-8DB9C567C7CE}" dt="2022-12-01T17:12:32.463" v="251" actId="14100"/>
          <ac:picMkLst>
            <pc:docMk/>
            <pc:sldMk cId="806809924" sldId="270"/>
            <ac:picMk id="7" creationId="{C75AE799-9928-6BF2-6E40-A6A9F42A29D4}"/>
          </ac:picMkLst>
        </pc:picChg>
      </pc:sldChg>
      <pc:sldChg chg="del">
        <pc:chgData name="Guest User" userId="" providerId="Windows Live" clId="Web-{4FAD04B4-9346-4CD0-BBE8-8DB9C567C7CE}" dt="2022-12-01T17:15:55.500" v="300"/>
        <pc:sldMkLst>
          <pc:docMk/>
          <pc:sldMk cId="3949215219" sldId="271"/>
        </pc:sldMkLst>
      </pc:sldChg>
      <pc:sldChg chg="addSp modSp">
        <pc:chgData name="Guest User" userId="" providerId="Windows Live" clId="Web-{4FAD04B4-9346-4CD0-BBE8-8DB9C567C7CE}" dt="2022-12-01T23:21:10.158" v="328" actId="14100"/>
        <pc:sldMkLst>
          <pc:docMk/>
          <pc:sldMk cId="3735306677" sldId="272"/>
        </pc:sldMkLst>
        <pc:spChg chg="add mod">
          <ac:chgData name="Guest User" userId="" providerId="Windows Live" clId="Web-{4FAD04B4-9346-4CD0-BBE8-8DB9C567C7CE}" dt="2022-12-01T23:20:46.563" v="326" actId="1076"/>
          <ac:spMkLst>
            <pc:docMk/>
            <pc:sldMk cId="3735306677" sldId="272"/>
            <ac:spMk id="3" creationId="{CF3A784C-C5B2-4AD6-E0D6-AE03A10704DF}"/>
          </ac:spMkLst>
        </pc:spChg>
        <pc:spChg chg="mod">
          <ac:chgData name="Guest User" userId="" providerId="Windows Live" clId="Web-{4FAD04B4-9346-4CD0-BBE8-8DB9C567C7CE}" dt="2022-12-01T23:20:54.689" v="327" actId="14100"/>
          <ac:spMkLst>
            <pc:docMk/>
            <pc:sldMk cId="3735306677" sldId="272"/>
            <ac:spMk id="23" creationId="{E4C3F7D7-9B97-D1FB-A4D7-9F10C6393D5A}"/>
          </ac:spMkLst>
        </pc:spChg>
        <pc:picChg chg="mod">
          <ac:chgData name="Guest User" userId="" providerId="Windows Live" clId="Web-{4FAD04B4-9346-4CD0-BBE8-8DB9C567C7CE}" dt="2022-12-01T23:21:10.158" v="328" actId="14100"/>
          <ac:picMkLst>
            <pc:docMk/>
            <pc:sldMk cId="3735306677" sldId="272"/>
            <ac:picMk id="5" creationId="{9AADD37D-9E95-CF96-CDFC-E569983A228D}"/>
          </ac:picMkLst>
        </pc:picChg>
      </pc:sldChg>
      <pc:sldChg chg="modSp">
        <pc:chgData name="Guest User" userId="" providerId="Windows Live" clId="Web-{4FAD04B4-9346-4CD0-BBE8-8DB9C567C7CE}" dt="2022-12-01T23:49:44.986" v="329" actId="1076"/>
        <pc:sldMkLst>
          <pc:docMk/>
          <pc:sldMk cId="2125533447" sldId="277"/>
        </pc:sldMkLst>
        <pc:spChg chg="mod">
          <ac:chgData name="Guest User" userId="" providerId="Windows Live" clId="Web-{4FAD04B4-9346-4CD0-BBE8-8DB9C567C7CE}" dt="2022-12-01T17:17:09.330" v="302" actId="14100"/>
          <ac:spMkLst>
            <pc:docMk/>
            <pc:sldMk cId="2125533447" sldId="277"/>
            <ac:spMk id="2" creationId="{F2817E2B-FD62-6C1A-CE83-8C0F4F8FC345}"/>
          </ac:spMkLst>
        </pc:spChg>
        <pc:spChg chg="mod">
          <ac:chgData name="Guest User" userId="" providerId="Windows Live" clId="Web-{4FAD04B4-9346-4CD0-BBE8-8DB9C567C7CE}" dt="2022-12-01T22:25:10.456" v="312" actId="1076"/>
          <ac:spMkLst>
            <pc:docMk/>
            <pc:sldMk cId="2125533447" sldId="277"/>
            <ac:spMk id="23" creationId="{714B6940-80EB-3F96-BFA3-F23D3D8A710C}"/>
          </ac:spMkLst>
        </pc:spChg>
        <pc:picChg chg="mod">
          <ac:chgData name="Guest User" userId="" providerId="Windows Live" clId="Web-{4FAD04B4-9346-4CD0-BBE8-8DB9C567C7CE}" dt="2022-12-01T23:49:44.986" v="329" actId="1076"/>
          <ac:picMkLst>
            <pc:docMk/>
            <pc:sldMk cId="2125533447" sldId="277"/>
            <ac:picMk id="4" creationId="{FB77EF13-7726-3595-252F-77FF9A9D67DC}"/>
          </ac:picMkLst>
        </pc:picChg>
      </pc:sldChg>
      <pc:sldChg chg="addSp modSp">
        <pc:chgData name="Guest User" userId="" providerId="Windows Live" clId="Web-{4FAD04B4-9346-4CD0-BBE8-8DB9C567C7CE}" dt="2022-12-02T00:35:41.020" v="333" actId="20577"/>
        <pc:sldMkLst>
          <pc:docMk/>
          <pc:sldMk cId="660610911" sldId="278"/>
        </pc:sldMkLst>
        <pc:spChg chg="mod">
          <ac:chgData name="Guest User" userId="" providerId="Windows Live" clId="Web-{4FAD04B4-9346-4CD0-BBE8-8DB9C567C7CE}" dt="2022-12-01T22:25:24.160" v="313" actId="1076"/>
          <ac:spMkLst>
            <pc:docMk/>
            <pc:sldMk cId="660610911" sldId="278"/>
            <ac:spMk id="3" creationId="{2CDADDA0-1BA5-9066-F6F7-7CDE841B4DA3}"/>
          </ac:spMkLst>
        </pc:spChg>
        <pc:spChg chg="add mod">
          <ac:chgData name="Guest User" userId="" providerId="Windows Live" clId="Web-{4FAD04B4-9346-4CD0-BBE8-8DB9C567C7CE}" dt="2022-12-02T00:35:41.020" v="333" actId="20577"/>
          <ac:spMkLst>
            <pc:docMk/>
            <pc:sldMk cId="660610911" sldId="278"/>
            <ac:spMk id="5" creationId="{AF8491E2-5BC8-AAE3-E171-298C5B469815}"/>
          </ac:spMkLst>
        </pc:spChg>
      </pc:sldChg>
    </pc:docChg>
  </pc:docChgLst>
  <pc:docChgLst>
    <pc:chgData name="Guest User" providerId="Windows Live" clId="Web-{9DD8FA4D-822D-461E-B6D7-2C96CE8C672A}"/>
    <pc:docChg chg="modSld">
      <pc:chgData name="Guest User" userId="" providerId="Windows Live" clId="Web-{9DD8FA4D-822D-461E-B6D7-2C96CE8C672A}" dt="2022-11-30T23:33:45.986" v="34" actId="20577"/>
      <pc:docMkLst>
        <pc:docMk/>
      </pc:docMkLst>
      <pc:sldChg chg="modSp">
        <pc:chgData name="Guest User" userId="" providerId="Windows Live" clId="Web-{9DD8FA4D-822D-461E-B6D7-2C96CE8C672A}" dt="2022-11-30T23:33:45.986" v="34" actId="20577"/>
        <pc:sldMkLst>
          <pc:docMk/>
          <pc:sldMk cId="2707866632" sldId="261"/>
        </pc:sldMkLst>
        <pc:spChg chg="mod">
          <ac:chgData name="Guest User" userId="" providerId="Windows Live" clId="Web-{9DD8FA4D-822D-461E-B6D7-2C96CE8C672A}" dt="2022-11-30T23:33:45.986" v="34" actId="20577"/>
          <ac:spMkLst>
            <pc:docMk/>
            <pc:sldMk cId="2707866632" sldId="261"/>
            <ac:spMk id="2" creationId="{5BF40B1F-97EC-5715-AC0A-4757F64F3846}"/>
          </ac:spMkLst>
        </pc:spChg>
        <pc:spChg chg="mod">
          <ac:chgData name="Guest User" userId="" providerId="Windows Live" clId="Web-{9DD8FA4D-822D-461E-B6D7-2C96CE8C672A}" dt="2022-11-30T22:32:56.571" v="4" actId="20577"/>
          <ac:spMkLst>
            <pc:docMk/>
            <pc:sldMk cId="2707866632" sldId="261"/>
            <ac:spMk id="167" creationId="{132B40CE-2911-7CA6-DCA0-1950AD28D45A}"/>
          </ac:spMkLst>
        </pc:spChg>
      </pc:sldChg>
      <pc:sldChg chg="modSp">
        <pc:chgData name="Guest User" userId="" providerId="Windows Live" clId="Web-{9DD8FA4D-822D-461E-B6D7-2C96CE8C672A}" dt="2022-11-30T22:32:46.055" v="2" actId="20577"/>
        <pc:sldMkLst>
          <pc:docMk/>
          <pc:sldMk cId="1155740690" sldId="263"/>
        </pc:sldMkLst>
        <pc:spChg chg="mod">
          <ac:chgData name="Guest User" userId="" providerId="Windows Live" clId="Web-{9DD8FA4D-822D-461E-B6D7-2C96CE8C672A}" dt="2022-11-30T22:32:46.055" v="2" actId="20577"/>
          <ac:spMkLst>
            <pc:docMk/>
            <pc:sldMk cId="1155740690" sldId="263"/>
            <ac:spMk id="8" creationId="{B85DE3DF-2C2F-C072-4AEA-5C74BC1AE91F}"/>
          </ac:spMkLst>
        </pc:spChg>
      </pc:sldChg>
      <pc:sldChg chg="modSp">
        <pc:chgData name="Guest User" userId="" providerId="Windows Live" clId="Web-{9DD8FA4D-822D-461E-B6D7-2C96CE8C672A}" dt="2022-11-30T22:32:40.180" v="1" actId="20577"/>
        <pc:sldMkLst>
          <pc:docMk/>
          <pc:sldMk cId="3771970641" sldId="264"/>
        </pc:sldMkLst>
        <pc:spChg chg="mod">
          <ac:chgData name="Guest User" userId="" providerId="Windows Live" clId="Web-{9DD8FA4D-822D-461E-B6D7-2C96CE8C672A}" dt="2022-11-30T22:32:40.180" v="1" actId="20577"/>
          <ac:spMkLst>
            <pc:docMk/>
            <pc:sldMk cId="3771970641" sldId="264"/>
            <ac:spMk id="8" creationId="{FD7867F5-5B47-62CE-DE73-1C06320D147A}"/>
          </ac:spMkLst>
        </pc:spChg>
      </pc:sldChg>
      <pc:sldChg chg="modSp">
        <pc:chgData name="Guest User" userId="" providerId="Windows Live" clId="Web-{9DD8FA4D-822D-461E-B6D7-2C96CE8C672A}" dt="2022-11-30T22:32:34.618" v="0" actId="20577"/>
        <pc:sldMkLst>
          <pc:docMk/>
          <pc:sldMk cId="761928941" sldId="265"/>
        </pc:sldMkLst>
        <pc:spChg chg="mod">
          <ac:chgData name="Guest User" userId="" providerId="Windows Live" clId="Web-{9DD8FA4D-822D-461E-B6D7-2C96CE8C672A}" dt="2022-11-30T22:32:34.618" v="0" actId="20577"/>
          <ac:spMkLst>
            <pc:docMk/>
            <pc:sldMk cId="761928941" sldId="265"/>
            <ac:spMk id="23" creationId="{5342DC87-F7FF-669C-AEA2-DC29F64562E8}"/>
          </ac:spMkLst>
        </pc:spChg>
      </pc:sldChg>
    </pc:docChg>
  </pc:docChgLst>
  <pc:docChgLst>
    <pc:chgData name="Guest User" providerId="Windows Live" clId="Web-{339207F4-C87A-40E6-99BD-DE3A494A05C8}"/>
    <pc:docChg chg="addSld delSld modSld">
      <pc:chgData name="Guest User" userId="" providerId="Windows Live" clId="Web-{339207F4-C87A-40E6-99BD-DE3A494A05C8}" dt="2022-12-02T03:00:38.638" v="896" actId="20577"/>
      <pc:docMkLst>
        <pc:docMk/>
      </pc:docMkLst>
      <pc:sldChg chg="modSp">
        <pc:chgData name="Guest User" userId="" providerId="Windows Live" clId="Web-{339207F4-C87A-40E6-99BD-DE3A494A05C8}" dt="2022-12-02T00:09:01.531" v="635" actId="20577"/>
        <pc:sldMkLst>
          <pc:docMk/>
          <pc:sldMk cId="3951144510" sldId="256"/>
        </pc:sldMkLst>
        <pc:spChg chg="mod">
          <ac:chgData name="Guest User" userId="" providerId="Windows Live" clId="Web-{339207F4-C87A-40E6-99BD-DE3A494A05C8}" dt="2022-12-02T00:09:01.531" v="635" actId="20577"/>
          <ac:spMkLst>
            <pc:docMk/>
            <pc:sldMk cId="3951144510" sldId="256"/>
            <ac:spMk id="3" creationId="{BEF089CD-563F-6041-36B5-DA01DB88AC2E}"/>
          </ac:spMkLst>
        </pc:spChg>
      </pc:sldChg>
      <pc:sldChg chg="delSp modSp">
        <pc:chgData name="Guest User" userId="" providerId="Windows Live" clId="Web-{339207F4-C87A-40E6-99BD-DE3A494A05C8}" dt="2022-12-02T01:42:35.272" v="711" actId="20577"/>
        <pc:sldMkLst>
          <pc:docMk/>
          <pc:sldMk cId="1723477675" sldId="260"/>
        </pc:sldMkLst>
        <pc:spChg chg="del mod">
          <ac:chgData name="Guest User" userId="" providerId="Windows Live" clId="Web-{339207F4-C87A-40E6-99BD-DE3A494A05C8}" dt="2022-12-02T01:39:31.938" v="670"/>
          <ac:spMkLst>
            <pc:docMk/>
            <pc:sldMk cId="1723477675" sldId="260"/>
            <ac:spMk id="2" creationId="{694381F1-4F21-C94A-28DB-93BEB2B68AE8}"/>
          </ac:spMkLst>
        </pc:spChg>
        <pc:spChg chg="mod">
          <ac:chgData name="Guest User" userId="" providerId="Windows Live" clId="Web-{339207F4-C87A-40E6-99BD-DE3A494A05C8}" dt="2022-12-02T01:42:35.272" v="711" actId="20577"/>
          <ac:spMkLst>
            <pc:docMk/>
            <pc:sldMk cId="1723477675" sldId="260"/>
            <ac:spMk id="3" creationId="{803B29E6-7973-E8C7-65A2-8F4F356DD426}"/>
          </ac:spMkLst>
        </pc:spChg>
        <pc:spChg chg="mod">
          <ac:chgData name="Guest User" userId="" providerId="Windows Live" clId="Web-{339207F4-C87A-40E6-99BD-DE3A494A05C8}" dt="2022-12-02T00:05:35.134" v="538" actId="20577"/>
          <ac:spMkLst>
            <pc:docMk/>
            <pc:sldMk cId="1723477675" sldId="260"/>
            <ac:spMk id="4" creationId="{2C1F8093-5CAF-612C-9B1D-7B41C1B96A01}"/>
          </ac:spMkLst>
        </pc:spChg>
        <pc:spChg chg="mod">
          <ac:chgData name="Guest User" userId="" providerId="Windows Live" clId="Web-{339207F4-C87A-40E6-99BD-DE3A494A05C8}" dt="2022-12-02T00:08:20.717" v="631" actId="20577"/>
          <ac:spMkLst>
            <pc:docMk/>
            <pc:sldMk cId="1723477675" sldId="260"/>
            <ac:spMk id="6" creationId="{1B6B6C05-590B-3208-DBDB-1CB46BF93E30}"/>
          </ac:spMkLst>
        </pc:spChg>
        <pc:spChg chg="mod">
          <ac:chgData name="Guest User" userId="" providerId="Windows Live" clId="Web-{339207F4-C87A-40E6-99BD-DE3A494A05C8}" dt="2022-12-02T00:05:28.525" v="537" actId="20577"/>
          <ac:spMkLst>
            <pc:docMk/>
            <pc:sldMk cId="1723477675" sldId="260"/>
            <ac:spMk id="10" creationId="{C3A7F2BE-0A39-68C0-191B-71EFF4529FDF}"/>
          </ac:spMkLst>
        </pc:spChg>
        <pc:spChg chg="mod">
          <ac:chgData name="Guest User" userId="" providerId="Windows Live" clId="Web-{339207F4-C87A-40E6-99BD-DE3A494A05C8}" dt="2022-12-02T00:05:53.010" v="542" actId="20577"/>
          <ac:spMkLst>
            <pc:docMk/>
            <pc:sldMk cId="1723477675" sldId="260"/>
            <ac:spMk id="11" creationId="{C685C10B-094F-E0A8-EE71-082D12A92923}"/>
          </ac:spMkLst>
        </pc:spChg>
        <pc:spChg chg="mod">
          <ac:chgData name="Guest User" userId="" providerId="Windows Live" clId="Web-{339207F4-C87A-40E6-99BD-DE3A494A05C8}" dt="2022-12-02T00:08:11.420" v="629" actId="20577"/>
          <ac:spMkLst>
            <pc:docMk/>
            <pc:sldMk cId="1723477675" sldId="260"/>
            <ac:spMk id="12" creationId="{28A7DF7A-1713-D22B-8FBC-0709258F26CE}"/>
          </ac:spMkLst>
        </pc:spChg>
      </pc:sldChg>
      <pc:sldChg chg="modSp">
        <pc:chgData name="Guest User" userId="" providerId="Windows Live" clId="Web-{339207F4-C87A-40E6-99BD-DE3A494A05C8}" dt="2022-12-02T02:06:09.929" v="738" actId="20577"/>
        <pc:sldMkLst>
          <pc:docMk/>
          <pc:sldMk cId="2707866632" sldId="261"/>
        </pc:sldMkLst>
        <pc:spChg chg="mod">
          <ac:chgData name="Guest User" userId="" providerId="Windows Live" clId="Web-{339207F4-C87A-40E6-99BD-DE3A494A05C8}" dt="2022-12-01T16:54:04.803" v="264" actId="20577"/>
          <ac:spMkLst>
            <pc:docMk/>
            <pc:sldMk cId="2707866632" sldId="261"/>
            <ac:spMk id="2" creationId="{5BF40B1F-97EC-5715-AC0A-4757F64F3846}"/>
          </ac:spMkLst>
        </pc:spChg>
        <pc:spChg chg="mod">
          <ac:chgData name="Guest User" userId="" providerId="Windows Live" clId="Web-{339207F4-C87A-40E6-99BD-DE3A494A05C8}" dt="2022-12-02T01:59:30.244" v="730" actId="20577"/>
          <ac:spMkLst>
            <pc:docMk/>
            <pc:sldMk cId="2707866632" sldId="261"/>
            <ac:spMk id="4" creationId="{6BE40968-8098-5DE8-767C-24A5342C15D3}"/>
          </ac:spMkLst>
        </pc:spChg>
        <pc:spChg chg="mod">
          <ac:chgData name="Guest User" userId="" providerId="Windows Live" clId="Web-{339207F4-C87A-40E6-99BD-DE3A494A05C8}" dt="2022-12-02T02:06:09.929" v="738" actId="20577"/>
          <ac:spMkLst>
            <pc:docMk/>
            <pc:sldMk cId="2707866632" sldId="261"/>
            <ac:spMk id="167" creationId="{132B40CE-2911-7CA6-DCA0-1950AD28D45A}"/>
          </ac:spMkLst>
        </pc:spChg>
      </pc:sldChg>
      <pc:sldChg chg="modSp">
        <pc:chgData name="Guest User" userId="" providerId="Windows Live" clId="Web-{339207F4-C87A-40E6-99BD-DE3A494A05C8}" dt="2022-12-02T02:12:10.175" v="796" actId="1076"/>
        <pc:sldMkLst>
          <pc:docMk/>
          <pc:sldMk cId="1155740690" sldId="263"/>
        </pc:sldMkLst>
        <pc:spChg chg="mod">
          <ac:chgData name="Guest User" userId="" providerId="Windows Live" clId="Web-{339207F4-C87A-40E6-99BD-DE3A494A05C8}" dt="2022-12-02T02:12:10.175" v="796" actId="1076"/>
          <ac:spMkLst>
            <pc:docMk/>
            <pc:sldMk cId="1155740690" sldId="263"/>
            <ac:spMk id="2" creationId="{2F052C35-58BC-B3BC-AC1C-7386B5D4AEF6}"/>
          </ac:spMkLst>
        </pc:spChg>
        <pc:spChg chg="mod">
          <ac:chgData name="Guest User" userId="" providerId="Windows Live" clId="Web-{339207F4-C87A-40E6-99BD-DE3A494A05C8}" dt="2022-12-02T02:09:47.467" v="786" actId="1076"/>
          <ac:spMkLst>
            <pc:docMk/>
            <pc:sldMk cId="1155740690" sldId="263"/>
            <ac:spMk id="5" creationId="{626B9664-2DB3-3F62-ECF8-9DA19FDD9F77}"/>
          </ac:spMkLst>
        </pc:spChg>
        <pc:picChg chg="mod">
          <ac:chgData name="Guest User" userId="" providerId="Windows Live" clId="Web-{339207F4-C87A-40E6-99BD-DE3A494A05C8}" dt="2022-12-02T02:08:46.497" v="781" actId="14100"/>
          <ac:picMkLst>
            <pc:docMk/>
            <pc:sldMk cId="1155740690" sldId="263"/>
            <ac:picMk id="4" creationId="{471E7499-EEDE-6645-0ACA-9B4EDD942409}"/>
          </ac:picMkLst>
        </pc:picChg>
      </pc:sldChg>
      <pc:sldChg chg="delSp modSp">
        <pc:chgData name="Guest User" userId="" providerId="Windows Live" clId="Web-{339207F4-C87A-40E6-99BD-DE3A494A05C8}" dt="2022-12-02T03:00:31.559" v="895" actId="20577"/>
        <pc:sldMkLst>
          <pc:docMk/>
          <pc:sldMk cId="3771970641" sldId="264"/>
        </pc:sldMkLst>
        <pc:spChg chg="mod">
          <ac:chgData name="Guest User" userId="" providerId="Windows Live" clId="Web-{339207F4-C87A-40E6-99BD-DE3A494A05C8}" dt="2022-12-02T03:00:31.559" v="895" actId="20577"/>
          <ac:spMkLst>
            <pc:docMk/>
            <pc:sldMk cId="3771970641" sldId="264"/>
            <ac:spMk id="2" creationId="{D02B3AB1-1704-8250-7F5A-42942FE36902}"/>
          </ac:spMkLst>
        </pc:spChg>
        <pc:spChg chg="del">
          <ac:chgData name="Guest User" userId="" providerId="Windows Live" clId="Web-{339207F4-C87A-40E6-99BD-DE3A494A05C8}" dt="2022-12-02T02:10:27.797" v="787"/>
          <ac:spMkLst>
            <pc:docMk/>
            <pc:sldMk cId="3771970641" sldId="264"/>
            <ac:spMk id="3" creationId="{FC70ACDF-5A12-35D9-6A86-1E61DC6C0532}"/>
          </ac:spMkLst>
        </pc:spChg>
        <pc:spChg chg="mod">
          <ac:chgData name="Guest User" userId="" providerId="Windows Live" clId="Web-{339207F4-C87A-40E6-99BD-DE3A494A05C8}" dt="2022-12-02T02:13:16.927" v="807" actId="1076"/>
          <ac:spMkLst>
            <pc:docMk/>
            <pc:sldMk cId="3771970641" sldId="264"/>
            <ac:spMk id="8" creationId="{FD7867F5-5B47-62CE-DE73-1C06320D147A}"/>
          </ac:spMkLst>
        </pc:spChg>
      </pc:sldChg>
      <pc:sldChg chg="modSp">
        <pc:chgData name="Guest User" userId="" providerId="Windows Live" clId="Web-{339207F4-C87A-40E6-99BD-DE3A494A05C8}" dt="2022-12-02T03:00:38.638" v="896" actId="20577"/>
        <pc:sldMkLst>
          <pc:docMk/>
          <pc:sldMk cId="761928941" sldId="265"/>
        </pc:sldMkLst>
        <pc:spChg chg="mod">
          <ac:chgData name="Guest User" userId="" providerId="Windows Live" clId="Web-{339207F4-C87A-40E6-99BD-DE3A494A05C8}" dt="2022-12-02T03:00:38.638" v="896" actId="20577"/>
          <ac:spMkLst>
            <pc:docMk/>
            <pc:sldMk cId="761928941" sldId="265"/>
            <ac:spMk id="2" creationId="{646BCBF3-F21E-9B04-BCD2-E1C3957E308B}"/>
          </ac:spMkLst>
        </pc:spChg>
        <pc:spChg chg="mod">
          <ac:chgData name="Guest User" userId="" providerId="Windows Live" clId="Web-{339207F4-C87A-40E6-99BD-DE3A494A05C8}" dt="2022-12-02T02:15:02.072" v="821" actId="20577"/>
          <ac:spMkLst>
            <pc:docMk/>
            <pc:sldMk cId="761928941" sldId="265"/>
            <ac:spMk id="23" creationId="{5342DC87-F7FF-669C-AEA2-DC29F64562E8}"/>
          </ac:spMkLst>
        </pc:spChg>
      </pc:sldChg>
      <pc:sldChg chg="delSp modSp">
        <pc:chgData name="Guest User" userId="" providerId="Windows Live" clId="Web-{339207F4-C87A-40E6-99BD-DE3A494A05C8}" dt="2022-12-02T02:16:01.714" v="830" actId="20577"/>
        <pc:sldMkLst>
          <pc:docMk/>
          <pc:sldMk cId="75626113" sldId="267"/>
        </pc:sldMkLst>
        <pc:spChg chg="mod">
          <ac:chgData name="Guest User" userId="" providerId="Windows Live" clId="Web-{339207F4-C87A-40E6-99BD-DE3A494A05C8}" dt="2022-12-02T02:15:40.963" v="823" actId="20577"/>
          <ac:spMkLst>
            <pc:docMk/>
            <pc:sldMk cId="75626113" sldId="267"/>
            <ac:spMk id="2" creationId="{BBF2F744-D1FE-3BC3-FE42-9FB1521056FF}"/>
          </ac:spMkLst>
        </pc:spChg>
        <pc:spChg chg="del">
          <ac:chgData name="Guest User" userId="" providerId="Windows Live" clId="Web-{339207F4-C87A-40E6-99BD-DE3A494A05C8}" dt="2022-12-02T02:15:31.823" v="822"/>
          <ac:spMkLst>
            <pc:docMk/>
            <pc:sldMk cId="75626113" sldId="267"/>
            <ac:spMk id="3" creationId="{CCFCB90B-EB7C-C1E9-1DDD-5B0BFAB665FE}"/>
          </ac:spMkLst>
        </pc:spChg>
        <pc:spChg chg="mod">
          <ac:chgData name="Guest User" userId="" providerId="Windows Live" clId="Web-{339207F4-C87A-40E6-99BD-DE3A494A05C8}" dt="2022-12-02T02:16:01.714" v="830" actId="20577"/>
          <ac:spMkLst>
            <pc:docMk/>
            <pc:sldMk cId="75626113" sldId="267"/>
            <ac:spMk id="8" creationId="{3DED0315-E049-FFC5-C001-04950771006C}"/>
          </ac:spMkLst>
        </pc:spChg>
      </pc:sldChg>
      <pc:sldChg chg="modSp">
        <pc:chgData name="Guest User" userId="" providerId="Windows Live" clId="Web-{339207F4-C87A-40E6-99BD-DE3A494A05C8}" dt="2022-12-02T02:17:32.217" v="840" actId="20577"/>
        <pc:sldMkLst>
          <pc:docMk/>
          <pc:sldMk cId="3040861833" sldId="268"/>
        </pc:sldMkLst>
        <pc:spChg chg="mod">
          <ac:chgData name="Guest User" userId="" providerId="Windows Live" clId="Web-{339207F4-C87A-40E6-99BD-DE3A494A05C8}" dt="2022-12-02T02:16:09.871" v="831" actId="20577"/>
          <ac:spMkLst>
            <pc:docMk/>
            <pc:sldMk cId="3040861833" sldId="268"/>
            <ac:spMk id="2" creationId="{B04136B3-3F95-4BBC-9BF2-00BB52B267ED}"/>
          </ac:spMkLst>
        </pc:spChg>
        <pc:spChg chg="mod">
          <ac:chgData name="Guest User" userId="" providerId="Windows Live" clId="Web-{339207F4-C87A-40E6-99BD-DE3A494A05C8}" dt="2022-12-02T02:17:32.217" v="840" actId="20577"/>
          <ac:spMkLst>
            <pc:docMk/>
            <pc:sldMk cId="3040861833" sldId="268"/>
            <ac:spMk id="41" creationId="{9422EB18-CF7B-26EE-C050-8F296C214D82}"/>
          </ac:spMkLst>
        </pc:spChg>
      </pc:sldChg>
      <pc:sldChg chg="modSp">
        <pc:chgData name="Guest User" userId="" providerId="Windows Live" clId="Web-{339207F4-C87A-40E6-99BD-DE3A494A05C8}" dt="2022-12-01T01:34:00.230" v="221" actId="20577"/>
        <pc:sldMkLst>
          <pc:docMk/>
          <pc:sldMk cId="1770982502" sldId="269"/>
        </pc:sldMkLst>
        <pc:spChg chg="mod">
          <ac:chgData name="Guest User" userId="" providerId="Windows Live" clId="Web-{339207F4-C87A-40E6-99BD-DE3A494A05C8}" dt="2022-12-01T01:34:00.230" v="221" actId="20577"/>
          <ac:spMkLst>
            <pc:docMk/>
            <pc:sldMk cId="1770982502" sldId="269"/>
            <ac:spMk id="8" creationId="{56915819-B362-E361-479E-C5DEE4DE75D2}"/>
          </ac:spMkLst>
        </pc:spChg>
      </pc:sldChg>
      <pc:sldChg chg="modSp">
        <pc:chgData name="Guest User" userId="" providerId="Windows Live" clId="Web-{339207F4-C87A-40E6-99BD-DE3A494A05C8}" dt="2022-12-02T02:18:38.938" v="852" actId="14100"/>
        <pc:sldMkLst>
          <pc:docMk/>
          <pc:sldMk cId="806809924" sldId="270"/>
        </pc:sldMkLst>
        <pc:spChg chg="mod">
          <ac:chgData name="Guest User" userId="" providerId="Windows Live" clId="Web-{339207F4-C87A-40E6-99BD-DE3A494A05C8}" dt="2022-12-02T02:17:48.405" v="842" actId="20577"/>
          <ac:spMkLst>
            <pc:docMk/>
            <pc:sldMk cId="806809924" sldId="270"/>
            <ac:spMk id="2" creationId="{BE46B322-D2E0-0121-E695-8607E43F0E5B}"/>
          </ac:spMkLst>
        </pc:spChg>
        <pc:spChg chg="mod">
          <ac:chgData name="Guest User" userId="" providerId="Windows Live" clId="Web-{339207F4-C87A-40E6-99BD-DE3A494A05C8}" dt="2022-12-02T02:18:38.938" v="852" actId="14100"/>
          <ac:spMkLst>
            <pc:docMk/>
            <pc:sldMk cId="806809924" sldId="270"/>
            <ac:spMk id="8" creationId="{101F8ABD-01B0-7529-91D0-8C5077611B43}"/>
          </ac:spMkLst>
        </pc:spChg>
        <pc:picChg chg="mod">
          <ac:chgData name="Guest User" userId="" providerId="Windows Live" clId="Web-{339207F4-C87A-40E6-99BD-DE3A494A05C8}" dt="2022-12-01T17:17:49.821" v="379" actId="14100"/>
          <ac:picMkLst>
            <pc:docMk/>
            <pc:sldMk cId="806809924" sldId="270"/>
            <ac:picMk id="5" creationId="{BBEDB83C-913D-26F3-09D4-86CA0C9D24DF}"/>
          </ac:picMkLst>
        </pc:picChg>
        <pc:picChg chg="mod">
          <ac:chgData name="Guest User" userId="" providerId="Windows Live" clId="Web-{339207F4-C87A-40E6-99BD-DE3A494A05C8}" dt="2022-12-01T17:17:54.634" v="381" actId="14100"/>
          <ac:picMkLst>
            <pc:docMk/>
            <pc:sldMk cId="806809924" sldId="270"/>
            <ac:picMk id="7" creationId="{C75AE799-9928-6BF2-6E40-A6A9F42A29D4}"/>
          </ac:picMkLst>
        </pc:picChg>
      </pc:sldChg>
      <pc:sldChg chg="modSp">
        <pc:chgData name="Guest User" userId="" providerId="Windows Live" clId="Web-{339207F4-C87A-40E6-99BD-DE3A494A05C8}" dt="2022-12-01T17:09:40.101" v="319" actId="20577"/>
        <pc:sldMkLst>
          <pc:docMk/>
          <pc:sldMk cId="3949215219" sldId="271"/>
        </pc:sldMkLst>
        <pc:spChg chg="mod">
          <ac:chgData name="Guest User" userId="" providerId="Windows Live" clId="Web-{339207F4-C87A-40E6-99BD-DE3A494A05C8}" dt="2022-12-01T17:09:31.101" v="317" actId="20577"/>
          <ac:spMkLst>
            <pc:docMk/>
            <pc:sldMk cId="3949215219" sldId="271"/>
            <ac:spMk id="2" creationId="{7C263120-CA07-073B-9585-821BEB61FD8F}"/>
          </ac:spMkLst>
        </pc:spChg>
        <pc:spChg chg="mod">
          <ac:chgData name="Guest User" userId="" providerId="Windows Live" clId="Web-{339207F4-C87A-40E6-99BD-DE3A494A05C8}" dt="2022-12-01T17:09:40.101" v="319" actId="20577"/>
          <ac:spMkLst>
            <pc:docMk/>
            <pc:sldMk cId="3949215219" sldId="271"/>
            <ac:spMk id="8" creationId="{C911EBA3-B0A9-81EA-9894-4BC869AE86B8}"/>
          </ac:spMkLst>
        </pc:spChg>
      </pc:sldChg>
      <pc:sldChg chg="modSp">
        <pc:chgData name="Guest User" userId="" providerId="Windows Live" clId="Web-{339207F4-C87A-40E6-99BD-DE3A494A05C8}" dt="2022-12-02T02:19:50.206" v="867" actId="20577"/>
        <pc:sldMkLst>
          <pc:docMk/>
          <pc:sldMk cId="3735306677" sldId="272"/>
        </pc:sldMkLst>
        <pc:spChg chg="mod">
          <ac:chgData name="Guest User" userId="" providerId="Windows Live" clId="Web-{339207F4-C87A-40E6-99BD-DE3A494A05C8}" dt="2022-12-02T02:19:50.206" v="867" actId="20577"/>
          <ac:spMkLst>
            <pc:docMk/>
            <pc:sldMk cId="3735306677" sldId="272"/>
            <ac:spMk id="2" creationId="{6AFEFBBE-C075-5FFE-2E80-2C309A995AFB}"/>
          </ac:spMkLst>
        </pc:spChg>
        <pc:spChg chg="mod">
          <ac:chgData name="Guest User" userId="" providerId="Windows Live" clId="Web-{339207F4-C87A-40E6-99BD-DE3A494A05C8}" dt="2022-12-02T02:19:16.158" v="861" actId="1076"/>
          <ac:spMkLst>
            <pc:docMk/>
            <pc:sldMk cId="3735306677" sldId="272"/>
            <ac:spMk id="3" creationId="{CF3A784C-C5B2-4AD6-E0D6-AE03A10704DF}"/>
          </ac:spMkLst>
        </pc:spChg>
        <pc:spChg chg="mod">
          <ac:chgData name="Guest User" userId="" providerId="Windows Live" clId="Web-{339207F4-C87A-40E6-99BD-DE3A494A05C8}" dt="2022-12-02T02:19:32.299" v="863" actId="1076"/>
          <ac:spMkLst>
            <pc:docMk/>
            <pc:sldMk cId="3735306677" sldId="272"/>
            <ac:spMk id="23" creationId="{E4C3F7D7-9B97-D1FB-A4D7-9F10C6393D5A}"/>
          </ac:spMkLst>
        </pc:spChg>
        <pc:picChg chg="mod">
          <ac:chgData name="Guest User" userId="" providerId="Windows Live" clId="Web-{339207F4-C87A-40E6-99BD-DE3A494A05C8}" dt="2022-12-02T02:19:40.799" v="865" actId="14100"/>
          <ac:picMkLst>
            <pc:docMk/>
            <pc:sldMk cId="3735306677" sldId="272"/>
            <ac:picMk id="8" creationId="{DEC62F20-8C4F-F546-297E-3FCFB7F4E495}"/>
          </ac:picMkLst>
        </pc:picChg>
      </pc:sldChg>
      <pc:sldChg chg="del">
        <pc:chgData name="Guest User" userId="" providerId="Windows Live" clId="Web-{339207F4-C87A-40E6-99BD-DE3A494A05C8}" dt="2022-12-01T00:12:12.655" v="72"/>
        <pc:sldMkLst>
          <pc:docMk/>
          <pc:sldMk cId="259311140" sldId="273"/>
        </pc:sldMkLst>
      </pc:sldChg>
      <pc:sldChg chg="del">
        <pc:chgData name="Guest User" userId="" providerId="Windows Live" clId="Web-{339207F4-C87A-40E6-99BD-DE3A494A05C8}" dt="2022-12-01T00:12:17.452" v="73"/>
        <pc:sldMkLst>
          <pc:docMk/>
          <pc:sldMk cId="2559818786" sldId="274"/>
        </pc:sldMkLst>
      </pc:sldChg>
      <pc:sldChg chg="addSp modSp">
        <pc:chgData name="Guest User" userId="" providerId="Windows Live" clId="Web-{339207F4-C87A-40E6-99BD-DE3A494A05C8}" dt="2022-12-01T21:37:19.607" v="443" actId="20577"/>
        <pc:sldMkLst>
          <pc:docMk/>
          <pc:sldMk cId="3349016704" sldId="275"/>
        </pc:sldMkLst>
        <pc:spChg chg="mod">
          <ac:chgData name="Guest User" userId="" providerId="Windows Live" clId="Web-{339207F4-C87A-40E6-99BD-DE3A494A05C8}" dt="2022-12-01T21:07:28.237" v="383" actId="14100"/>
          <ac:spMkLst>
            <pc:docMk/>
            <pc:sldMk cId="3349016704" sldId="275"/>
            <ac:spMk id="2" creationId="{D90215E5-4ABF-34E1-0293-146170EDB968}"/>
          </ac:spMkLst>
        </pc:spChg>
        <pc:spChg chg="add mod">
          <ac:chgData name="Guest User" userId="" providerId="Windows Live" clId="Web-{339207F4-C87A-40E6-99BD-DE3A494A05C8}" dt="2022-12-01T21:37:19.607" v="443" actId="20577"/>
          <ac:spMkLst>
            <pc:docMk/>
            <pc:sldMk cId="3349016704" sldId="275"/>
            <ac:spMk id="3" creationId="{D50E3D29-96F3-575A-B699-B9FFE6585CDF}"/>
          </ac:spMkLst>
        </pc:spChg>
        <pc:spChg chg="mod">
          <ac:chgData name="Guest User" userId="" providerId="Windows Live" clId="Web-{339207F4-C87A-40E6-99BD-DE3A494A05C8}" dt="2022-12-01T17:11:57.012" v="352" actId="20577"/>
          <ac:spMkLst>
            <pc:docMk/>
            <pc:sldMk cId="3349016704" sldId="275"/>
            <ac:spMk id="23" creationId="{2A75D386-C1C9-82E1-BB1B-0EFE238C586D}"/>
          </ac:spMkLst>
        </pc:spChg>
        <pc:picChg chg="mod">
          <ac:chgData name="Guest User" userId="" providerId="Windows Live" clId="Web-{339207F4-C87A-40E6-99BD-DE3A494A05C8}" dt="2022-12-01T17:11:45.184" v="349" actId="14100"/>
          <ac:picMkLst>
            <pc:docMk/>
            <pc:sldMk cId="3349016704" sldId="275"/>
            <ac:picMk id="5" creationId="{2B6B6F68-867D-58FC-E75E-93173F52A7AC}"/>
          </ac:picMkLst>
        </pc:picChg>
      </pc:sldChg>
      <pc:sldChg chg="modSp">
        <pc:chgData name="Guest User" userId="" providerId="Windows Live" clId="Web-{339207F4-C87A-40E6-99BD-DE3A494A05C8}" dt="2022-12-02T02:22:03.992" v="891" actId="14100"/>
        <pc:sldMkLst>
          <pc:docMk/>
          <pc:sldMk cId="3433124407" sldId="276"/>
        </pc:sldMkLst>
        <pc:spChg chg="mod">
          <ac:chgData name="Guest User" userId="" providerId="Windows Live" clId="Web-{339207F4-C87A-40E6-99BD-DE3A494A05C8}" dt="2022-12-01T17:12:26.451" v="360" actId="20577"/>
          <ac:spMkLst>
            <pc:docMk/>
            <pc:sldMk cId="3433124407" sldId="276"/>
            <ac:spMk id="2" creationId="{7C1FB5DC-5017-2D3B-2E66-A37B892F7FC3}"/>
          </ac:spMkLst>
        </pc:spChg>
        <pc:spChg chg="mod">
          <ac:chgData name="Guest User" userId="" providerId="Windows Live" clId="Web-{339207F4-C87A-40E6-99BD-DE3A494A05C8}" dt="2022-12-02T02:22:03.992" v="891" actId="14100"/>
          <ac:spMkLst>
            <pc:docMk/>
            <pc:sldMk cId="3433124407" sldId="276"/>
            <ac:spMk id="8" creationId="{61CB7E27-7673-6474-48E8-925496C70363}"/>
          </ac:spMkLst>
        </pc:spChg>
        <pc:picChg chg="mod">
          <ac:chgData name="Guest User" userId="" providerId="Windows Live" clId="Web-{339207F4-C87A-40E6-99BD-DE3A494A05C8}" dt="2022-12-02T02:21:50.210" v="887" actId="1076"/>
          <ac:picMkLst>
            <pc:docMk/>
            <pc:sldMk cId="3433124407" sldId="276"/>
            <ac:picMk id="4" creationId="{A9A0CBA0-0016-1B74-34C8-8AC2F130338A}"/>
          </ac:picMkLst>
        </pc:picChg>
      </pc:sldChg>
      <pc:sldChg chg="addSp delSp modSp">
        <pc:chgData name="Guest User" userId="" providerId="Windows Live" clId="Web-{339207F4-C87A-40E6-99BD-DE3A494A05C8}" dt="2022-12-02T02:20:03.050" v="871" actId="1076"/>
        <pc:sldMkLst>
          <pc:docMk/>
          <pc:sldMk cId="2125533447" sldId="277"/>
        </pc:sldMkLst>
        <pc:spChg chg="mod">
          <ac:chgData name="Guest User" userId="" providerId="Windows Live" clId="Web-{339207F4-C87A-40E6-99BD-DE3A494A05C8}" dt="2022-12-01T17:10:38.416" v="331" actId="20577"/>
          <ac:spMkLst>
            <pc:docMk/>
            <pc:sldMk cId="2125533447" sldId="277"/>
            <ac:spMk id="2" creationId="{F2817E2B-FD62-6C1A-CE83-8C0F4F8FC345}"/>
          </ac:spMkLst>
        </pc:spChg>
        <pc:spChg chg="add mod">
          <ac:chgData name="Guest User" userId="" providerId="Windows Live" clId="Web-{339207F4-C87A-40E6-99BD-DE3A494A05C8}" dt="2022-12-02T00:25:00.886" v="667" actId="1076"/>
          <ac:spMkLst>
            <pc:docMk/>
            <pc:sldMk cId="2125533447" sldId="277"/>
            <ac:spMk id="3" creationId="{9B9AFAA7-3550-DFA3-44D4-CE0127220090}"/>
          </ac:spMkLst>
        </pc:spChg>
        <pc:spChg chg="del mod">
          <ac:chgData name="Guest User" userId="" providerId="Windows Live" clId="Web-{339207F4-C87A-40E6-99BD-DE3A494A05C8}" dt="2022-12-02T00:24:42.416" v="657"/>
          <ac:spMkLst>
            <pc:docMk/>
            <pc:sldMk cId="2125533447" sldId="277"/>
            <ac:spMk id="23" creationId="{714B6940-80EB-3F96-BFA3-F23D3D8A710C}"/>
          </ac:spMkLst>
        </pc:spChg>
        <pc:picChg chg="mod">
          <ac:chgData name="Guest User" userId="" providerId="Windows Live" clId="Web-{339207F4-C87A-40E6-99BD-DE3A494A05C8}" dt="2022-12-02T02:20:03.050" v="871" actId="1076"/>
          <ac:picMkLst>
            <pc:docMk/>
            <pc:sldMk cId="2125533447" sldId="277"/>
            <ac:picMk id="4" creationId="{FB77EF13-7726-3595-252F-77FF9A9D67DC}"/>
          </ac:picMkLst>
        </pc:picChg>
        <pc:picChg chg="mod">
          <ac:chgData name="Guest User" userId="" providerId="Windows Live" clId="Web-{339207F4-C87A-40E6-99BD-DE3A494A05C8}" dt="2022-12-02T02:19:57.128" v="868" actId="1076"/>
          <ac:picMkLst>
            <pc:docMk/>
            <pc:sldMk cId="2125533447" sldId="277"/>
            <ac:picMk id="5" creationId="{8EFB3FF0-F5B6-8D9A-5F27-94816C3062BD}"/>
          </ac:picMkLst>
        </pc:picChg>
      </pc:sldChg>
      <pc:sldChg chg="modSp">
        <pc:chgData name="Guest User" userId="" providerId="Windows Live" clId="Web-{339207F4-C87A-40E6-99BD-DE3A494A05C8}" dt="2022-12-02T02:20:48.536" v="884" actId="1076"/>
        <pc:sldMkLst>
          <pc:docMk/>
          <pc:sldMk cId="660610911" sldId="278"/>
        </pc:sldMkLst>
        <pc:spChg chg="mod">
          <ac:chgData name="Guest User" userId="" providerId="Windows Live" clId="Web-{339207F4-C87A-40E6-99BD-DE3A494A05C8}" dt="2022-12-01T17:11:24.214" v="344" actId="20577"/>
          <ac:spMkLst>
            <pc:docMk/>
            <pc:sldMk cId="660610911" sldId="278"/>
            <ac:spMk id="2" creationId="{383E9934-6FB5-B9C3-6737-753AAE751972}"/>
          </ac:spMkLst>
        </pc:spChg>
        <pc:spChg chg="mod">
          <ac:chgData name="Guest User" userId="" providerId="Windows Live" clId="Web-{339207F4-C87A-40E6-99BD-DE3A494A05C8}" dt="2022-12-02T02:20:48.536" v="884" actId="1076"/>
          <ac:spMkLst>
            <pc:docMk/>
            <pc:sldMk cId="660610911" sldId="278"/>
            <ac:spMk id="3" creationId="{2CDADDA0-1BA5-9066-F6F7-7CDE841B4DA3}"/>
          </ac:spMkLst>
        </pc:spChg>
        <pc:spChg chg="mod">
          <ac:chgData name="Guest User" userId="" providerId="Windows Live" clId="Web-{339207F4-C87A-40E6-99BD-DE3A494A05C8}" dt="2022-12-02T02:20:42.317" v="883" actId="14100"/>
          <ac:spMkLst>
            <pc:docMk/>
            <pc:sldMk cId="660610911" sldId="278"/>
            <ac:spMk id="5" creationId="{AF8491E2-5BC8-AAE3-E171-298C5B469815}"/>
          </ac:spMkLst>
        </pc:spChg>
        <pc:picChg chg="mod">
          <ac:chgData name="Guest User" userId="" providerId="Windows Live" clId="Web-{339207F4-C87A-40E6-99BD-DE3A494A05C8}" dt="2022-12-02T02:20:34.614" v="881" actId="14100"/>
          <ac:picMkLst>
            <pc:docMk/>
            <pc:sldMk cId="660610911" sldId="278"/>
            <ac:picMk id="4" creationId="{54B80589-E4DE-3CD6-DFEC-F6C5A62ECF9E}"/>
          </ac:picMkLst>
        </pc:picChg>
        <pc:picChg chg="mod">
          <ac:chgData name="Guest User" userId="" providerId="Windows Live" clId="Web-{339207F4-C87A-40E6-99BD-DE3A494A05C8}" dt="2022-12-02T02:20:16.863" v="874" actId="1076"/>
          <ac:picMkLst>
            <pc:docMk/>
            <pc:sldMk cId="660610911" sldId="278"/>
            <ac:picMk id="6" creationId="{1D63A142-A33A-9EDC-06A6-D8557BFA7E28}"/>
          </ac:picMkLst>
        </pc:picChg>
      </pc:sldChg>
      <pc:sldChg chg="modSp">
        <pc:chgData name="Guest User" userId="" providerId="Windows Live" clId="Web-{339207F4-C87A-40E6-99BD-DE3A494A05C8}" dt="2022-12-02T02:22:42.899" v="894" actId="1076"/>
        <pc:sldMkLst>
          <pc:docMk/>
          <pc:sldMk cId="2526210061" sldId="279"/>
        </pc:sldMkLst>
        <pc:spChg chg="mod">
          <ac:chgData name="Guest User" userId="" providerId="Windows Live" clId="Web-{339207F4-C87A-40E6-99BD-DE3A494A05C8}" dt="2022-12-01T17:12:40.561" v="364" actId="20577"/>
          <ac:spMkLst>
            <pc:docMk/>
            <pc:sldMk cId="2526210061" sldId="279"/>
            <ac:spMk id="2" creationId="{6048A997-B427-0B05-EC00-EE023BA9267D}"/>
          </ac:spMkLst>
        </pc:spChg>
        <pc:spChg chg="mod">
          <ac:chgData name="Guest User" userId="" providerId="Windows Live" clId="Web-{339207F4-C87A-40E6-99BD-DE3A494A05C8}" dt="2022-12-02T02:22:42.899" v="894" actId="1076"/>
          <ac:spMkLst>
            <pc:docMk/>
            <pc:sldMk cId="2526210061" sldId="279"/>
            <ac:spMk id="8" creationId="{2A0232B5-22E2-3146-BEE2-01ED44FAA7D0}"/>
          </ac:spMkLst>
        </pc:spChg>
        <pc:picChg chg="mod">
          <ac:chgData name="Guest User" userId="" providerId="Windows Live" clId="Web-{339207F4-C87A-40E6-99BD-DE3A494A05C8}" dt="2022-12-02T02:22:35.024" v="893" actId="14100"/>
          <ac:picMkLst>
            <pc:docMk/>
            <pc:sldMk cId="2526210061" sldId="279"/>
            <ac:picMk id="4" creationId="{FBF12AF5-AED7-F490-9729-68831DDB63BA}"/>
          </ac:picMkLst>
        </pc:picChg>
      </pc:sldChg>
      <pc:sldChg chg="delSp modSp new">
        <pc:chgData name="Guest User" userId="" providerId="Windows Live" clId="Web-{339207F4-C87A-40E6-99BD-DE3A494A05C8}" dt="2022-12-02T01:44:11.354" v="721"/>
        <pc:sldMkLst>
          <pc:docMk/>
          <pc:sldMk cId="4231744376" sldId="280"/>
        </pc:sldMkLst>
        <pc:spChg chg="mod">
          <ac:chgData name="Guest User" userId="" providerId="Windows Live" clId="Web-{339207F4-C87A-40E6-99BD-DE3A494A05C8}" dt="2022-12-02T01:43:58.447" v="720" actId="1076"/>
          <ac:spMkLst>
            <pc:docMk/>
            <pc:sldMk cId="4231744376" sldId="280"/>
            <ac:spMk id="2" creationId="{09206DE2-4A1F-24B0-7D96-93948D445703}"/>
          </ac:spMkLst>
        </pc:spChg>
        <pc:spChg chg="del mod">
          <ac:chgData name="Guest User" userId="" providerId="Windows Live" clId="Web-{339207F4-C87A-40E6-99BD-DE3A494A05C8}" dt="2022-12-02T01:44:11.354" v="721"/>
          <ac:spMkLst>
            <pc:docMk/>
            <pc:sldMk cId="4231744376" sldId="280"/>
            <ac:spMk id="3" creationId="{D787C556-4244-E796-ED12-E1D09911411B}"/>
          </ac:spMkLst>
        </pc:spChg>
      </pc:sldChg>
    </pc:docChg>
  </pc:docChgLst>
  <pc:docChgLst>
    <pc:chgData name="Guest User" providerId="Windows Live" clId="Web-{E1CCD722-C477-4300-B7FD-95197884D9BB}"/>
    <pc:docChg chg="addSld modSld">
      <pc:chgData name="Guest User" userId="" providerId="Windows Live" clId="Web-{E1CCD722-C477-4300-B7FD-95197884D9BB}" dt="2022-11-30T21:40:32.117" v="270" actId="20577"/>
      <pc:docMkLst>
        <pc:docMk/>
      </pc:docMkLst>
      <pc:sldChg chg="modSp">
        <pc:chgData name="Guest User" userId="" providerId="Windows Live" clId="Web-{E1CCD722-C477-4300-B7FD-95197884D9BB}" dt="2022-11-29T02:25:18.070" v="106" actId="20577"/>
        <pc:sldMkLst>
          <pc:docMk/>
          <pc:sldMk cId="1723477675" sldId="260"/>
        </pc:sldMkLst>
        <pc:spChg chg="mod">
          <ac:chgData name="Guest User" userId="" providerId="Windows Live" clId="Web-{E1CCD722-C477-4300-B7FD-95197884D9BB}" dt="2022-11-29T02:25:18.070" v="106" actId="20577"/>
          <ac:spMkLst>
            <pc:docMk/>
            <pc:sldMk cId="1723477675" sldId="260"/>
            <ac:spMk id="3" creationId="{803B29E6-7973-E8C7-65A2-8F4F356DD426}"/>
          </ac:spMkLst>
        </pc:spChg>
      </pc:sldChg>
      <pc:sldChg chg="addSp delSp modSp new mod setBg modShow">
        <pc:chgData name="Guest User" userId="" providerId="Windows Live" clId="Web-{E1CCD722-C477-4300-B7FD-95197884D9BB}" dt="2022-11-29T02:32:42.273" v="148"/>
        <pc:sldMkLst>
          <pc:docMk/>
          <pc:sldMk cId="2707866632" sldId="261"/>
        </pc:sldMkLst>
        <pc:spChg chg="mod">
          <ac:chgData name="Guest User" userId="" providerId="Windows Live" clId="Web-{E1CCD722-C477-4300-B7FD-95197884D9BB}" dt="2022-11-29T02:32:42.273" v="148"/>
          <ac:spMkLst>
            <pc:docMk/>
            <pc:sldMk cId="2707866632" sldId="261"/>
            <ac:spMk id="2" creationId="{5BF40B1F-97EC-5715-AC0A-4757F64F3846}"/>
          </ac:spMkLst>
        </pc:spChg>
        <pc:spChg chg="del mod">
          <ac:chgData name="Guest User" userId="" providerId="Windows Live" clId="Web-{E1CCD722-C477-4300-B7FD-95197884D9BB}" dt="2022-11-29T02:30:35.081" v="117"/>
          <ac:spMkLst>
            <pc:docMk/>
            <pc:sldMk cId="2707866632" sldId="261"/>
            <ac:spMk id="3" creationId="{A8383DB5-E7E1-A037-9AF8-5034E65DFBA1}"/>
          </ac:spMkLst>
        </pc:spChg>
        <pc:spChg chg="add del">
          <ac:chgData name="Guest User" userId="" providerId="Windows Live" clId="Web-{E1CCD722-C477-4300-B7FD-95197884D9BB}" dt="2022-11-29T02:31:00.535" v="121"/>
          <ac:spMkLst>
            <pc:docMk/>
            <pc:sldMk cId="2707866632" sldId="261"/>
            <ac:spMk id="8" creationId="{76A28AD4-6B68-B427-AABA-D2FB19C3A523}"/>
          </ac:spMkLst>
        </pc:spChg>
        <pc:spChg chg="add del">
          <ac:chgData name="Guest User" userId="" providerId="Windows Live" clId="Web-{E1CCD722-C477-4300-B7FD-95197884D9BB}" dt="2022-11-29T02:31:00.535" v="121"/>
          <ac:spMkLst>
            <pc:docMk/>
            <pc:sldMk cId="2707866632" sldId="261"/>
            <ac:spMk id="11" creationId="{4EFE82FE-7465-AE46-88DF-34D347E83B84}"/>
          </ac:spMkLst>
        </pc:spChg>
        <pc:spChg chg="add del">
          <ac:chgData name="Guest User" userId="" providerId="Windows Live" clId="Web-{E1CCD722-C477-4300-B7FD-95197884D9BB}" dt="2022-11-29T02:30:51.957" v="119"/>
          <ac:spMkLst>
            <pc:docMk/>
            <pc:sldMk cId="2707866632" sldId="261"/>
            <ac:spMk id="37" creationId="{4EFE82FE-7465-AE46-88DF-34D347E83B84}"/>
          </ac:spMkLst>
        </pc:spChg>
        <pc:spChg chg="add del">
          <ac:chgData name="Guest User" userId="" providerId="Windows Live" clId="Web-{E1CCD722-C477-4300-B7FD-95197884D9BB}" dt="2022-11-29T02:31:04.348" v="123"/>
          <ac:spMkLst>
            <pc:docMk/>
            <pc:sldMk cId="2707866632" sldId="261"/>
            <ac:spMk id="47" creationId="{4EFE82FE-7465-AE46-88DF-34D347E83B84}"/>
          </ac:spMkLst>
        </pc:spChg>
        <pc:spChg chg="add del">
          <ac:chgData name="Guest User" userId="" providerId="Windows Live" clId="Web-{E1CCD722-C477-4300-B7FD-95197884D9BB}" dt="2022-11-29T02:31:07.738" v="125"/>
          <ac:spMkLst>
            <pc:docMk/>
            <pc:sldMk cId="2707866632" sldId="261"/>
            <ac:spMk id="51" creationId="{C7F2E4D6-EF46-1C43-8F3E-3620C3C83F36}"/>
          </ac:spMkLst>
        </pc:spChg>
        <pc:spChg chg="add del">
          <ac:chgData name="Guest User" userId="" providerId="Windows Live" clId="Web-{E1CCD722-C477-4300-B7FD-95197884D9BB}" dt="2022-11-29T02:31:07.738" v="125"/>
          <ac:spMkLst>
            <pc:docMk/>
            <pc:sldMk cId="2707866632" sldId="261"/>
            <ac:spMk id="52" creationId="{5C9E2217-D5E0-C134-38AB-BD11536F4F3E}"/>
          </ac:spMkLst>
        </pc:spChg>
        <pc:spChg chg="add del">
          <ac:chgData name="Guest User" userId="" providerId="Windows Live" clId="Web-{E1CCD722-C477-4300-B7FD-95197884D9BB}" dt="2022-11-29T02:31:10.629" v="127"/>
          <ac:spMkLst>
            <pc:docMk/>
            <pc:sldMk cId="2707866632" sldId="261"/>
            <ac:spMk id="56" creationId="{C7F2E4D6-EF46-1C43-8F3E-3620C3C83F36}"/>
          </ac:spMkLst>
        </pc:spChg>
        <pc:spChg chg="add del">
          <ac:chgData name="Guest User" userId="" providerId="Windows Live" clId="Web-{E1CCD722-C477-4300-B7FD-95197884D9BB}" dt="2022-11-29T02:31:10.629" v="127"/>
          <ac:spMkLst>
            <pc:docMk/>
            <pc:sldMk cId="2707866632" sldId="261"/>
            <ac:spMk id="57" creationId="{15898AAC-0921-BE8A-544B-2B1D533F5F74}"/>
          </ac:spMkLst>
        </pc:spChg>
        <pc:spChg chg="add del">
          <ac:chgData name="Guest User" userId="" providerId="Windows Live" clId="Web-{E1CCD722-C477-4300-B7FD-95197884D9BB}" dt="2022-11-29T02:31:15.973" v="129"/>
          <ac:spMkLst>
            <pc:docMk/>
            <pc:sldMk cId="2707866632" sldId="261"/>
            <ac:spMk id="61" creationId="{C7F2E4D6-EF46-1C43-8F3E-3620C3C83F36}"/>
          </ac:spMkLst>
        </pc:spChg>
        <pc:spChg chg="add del">
          <ac:chgData name="Guest User" userId="" providerId="Windows Live" clId="Web-{E1CCD722-C477-4300-B7FD-95197884D9BB}" dt="2022-11-29T02:31:15.973" v="129"/>
          <ac:spMkLst>
            <pc:docMk/>
            <pc:sldMk cId="2707866632" sldId="261"/>
            <ac:spMk id="62" creationId="{FC968F23-631E-478E-BE72-CFBC00D1F1FA}"/>
          </ac:spMkLst>
        </pc:spChg>
        <pc:spChg chg="add del">
          <ac:chgData name="Guest User" userId="" providerId="Windows Live" clId="Web-{E1CCD722-C477-4300-B7FD-95197884D9BB}" dt="2022-11-29T02:31:19.129" v="131"/>
          <ac:spMkLst>
            <pc:docMk/>
            <pc:sldMk cId="2707866632" sldId="261"/>
            <ac:spMk id="67" creationId="{C7F2E4D6-EF46-1C43-8F3E-3620C3C83F36}"/>
          </ac:spMkLst>
        </pc:spChg>
        <pc:spChg chg="add del">
          <ac:chgData name="Guest User" userId="" providerId="Windows Live" clId="Web-{E1CCD722-C477-4300-B7FD-95197884D9BB}" dt="2022-11-29T02:31:19.129" v="131"/>
          <ac:spMkLst>
            <pc:docMk/>
            <pc:sldMk cId="2707866632" sldId="261"/>
            <ac:spMk id="68" creationId="{D6429C01-5488-4AFF-FC34-80111D218FCE}"/>
          </ac:spMkLst>
        </pc:spChg>
        <pc:spChg chg="add del">
          <ac:chgData name="Guest User" userId="" providerId="Windows Live" clId="Web-{E1CCD722-C477-4300-B7FD-95197884D9BB}" dt="2022-11-29T02:31:21.598" v="133"/>
          <ac:spMkLst>
            <pc:docMk/>
            <pc:sldMk cId="2707866632" sldId="261"/>
            <ac:spMk id="73" creationId="{C7F2E4D6-EF46-1C43-8F3E-3620C3C83F36}"/>
          </ac:spMkLst>
        </pc:spChg>
        <pc:spChg chg="add del">
          <ac:chgData name="Guest User" userId="" providerId="Windows Live" clId="Web-{E1CCD722-C477-4300-B7FD-95197884D9BB}" dt="2022-11-29T02:31:21.598" v="133"/>
          <ac:spMkLst>
            <pc:docMk/>
            <pc:sldMk cId="2707866632" sldId="261"/>
            <ac:spMk id="74" creationId="{FC968F23-631E-478E-BE72-CFBC00D1F1FA}"/>
          </ac:spMkLst>
        </pc:spChg>
        <pc:spChg chg="add del">
          <ac:chgData name="Guest User" userId="" providerId="Windows Live" clId="Web-{E1CCD722-C477-4300-B7FD-95197884D9BB}" dt="2022-11-29T02:32:42.273" v="148"/>
          <ac:spMkLst>
            <pc:docMk/>
            <pc:sldMk cId="2707866632" sldId="261"/>
            <ac:spMk id="79" creationId="{C7F2E4D6-EF46-1C43-8F3E-3620C3C83F36}"/>
          </ac:spMkLst>
        </pc:spChg>
        <pc:spChg chg="add del">
          <ac:chgData name="Guest User" userId="" providerId="Windows Live" clId="Web-{E1CCD722-C477-4300-B7FD-95197884D9BB}" dt="2022-11-29T02:32:42.273" v="148"/>
          <ac:spMkLst>
            <pc:docMk/>
            <pc:sldMk cId="2707866632" sldId="261"/>
            <ac:spMk id="80" creationId="{15898AAC-0921-BE8A-544B-2B1D533F5F74}"/>
          </ac:spMkLst>
        </pc:spChg>
        <pc:spChg chg="add del">
          <ac:chgData name="Guest User" userId="" providerId="Windows Live" clId="Web-{E1CCD722-C477-4300-B7FD-95197884D9BB}" dt="2022-11-29T02:32:39.616" v="145"/>
          <ac:spMkLst>
            <pc:docMk/>
            <pc:sldMk cId="2707866632" sldId="261"/>
            <ac:spMk id="116" creationId="{4EFE82FE-7465-AE46-88DF-34D347E83B84}"/>
          </ac:spMkLst>
        </pc:spChg>
        <pc:spChg chg="add del">
          <ac:chgData name="Guest User" userId="" providerId="Windows Live" clId="Web-{E1CCD722-C477-4300-B7FD-95197884D9BB}" dt="2022-11-29T02:32:42.273" v="147"/>
          <ac:spMkLst>
            <pc:docMk/>
            <pc:sldMk cId="2707866632" sldId="261"/>
            <ac:spMk id="129" creationId="{4EFE82FE-7465-AE46-88DF-34D347E83B84}"/>
          </ac:spMkLst>
        </pc:spChg>
        <pc:spChg chg="add">
          <ac:chgData name="Guest User" userId="" providerId="Windows Live" clId="Web-{E1CCD722-C477-4300-B7FD-95197884D9BB}" dt="2022-11-29T02:32:42.273" v="148"/>
          <ac:spMkLst>
            <pc:docMk/>
            <pc:sldMk cId="2707866632" sldId="261"/>
            <ac:spMk id="133" creationId="{4EFE82FE-7465-AE46-88DF-34D347E83B84}"/>
          </ac:spMkLst>
        </pc:spChg>
        <pc:spChg chg="add">
          <ac:chgData name="Guest User" userId="" providerId="Windows Live" clId="Web-{E1CCD722-C477-4300-B7FD-95197884D9BB}" dt="2022-11-29T02:32:42.273" v="148"/>
          <ac:spMkLst>
            <pc:docMk/>
            <pc:sldMk cId="2707866632" sldId="261"/>
            <ac:spMk id="134" creationId="{15898AAC-0921-BE8A-544B-2B1D533F5F74}"/>
          </ac:spMkLst>
        </pc:spChg>
        <pc:grpChg chg="add del">
          <ac:chgData name="Guest User" userId="" providerId="Windows Live" clId="Web-{E1CCD722-C477-4300-B7FD-95197884D9BB}" dt="2022-11-29T02:30:51.957" v="119"/>
          <ac:grpSpMkLst>
            <pc:docMk/>
            <pc:sldMk cId="2707866632" sldId="261"/>
            <ac:grpSpMk id="9" creationId="{EB46B8FB-F6A2-5F47-A6CD-A7E17E69270F}"/>
          </ac:grpSpMkLst>
        </pc:grpChg>
        <pc:grpChg chg="add del">
          <ac:chgData name="Guest User" userId="" providerId="Windows Live" clId="Web-{E1CCD722-C477-4300-B7FD-95197884D9BB}" dt="2022-11-29T02:31:00.535" v="121"/>
          <ac:grpSpMkLst>
            <pc:docMk/>
            <pc:sldMk cId="2707866632" sldId="261"/>
            <ac:grpSpMk id="13" creationId="{1B5E71B3-7269-894E-A00B-31D341365FC9}"/>
          </ac:grpSpMkLst>
        </pc:grpChg>
        <pc:grpChg chg="add del">
          <ac:chgData name="Guest User" userId="" providerId="Windows Live" clId="Web-{E1CCD722-C477-4300-B7FD-95197884D9BB}" dt="2022-11-29T02:31:10.629" v="127"/>
          <ac:grpSpMkLst>
            <pc:docMk/>
            <pc:sldMk cId="2707866632" sldId="261"/>
            <ac:grpSpMk id="15" creationId="{BFD251E3-961F-2440-B872-1D26671822A8}"/>
          </ac:grpSpMkLst>
        </pc:grpChg>
        <pc:grpChg chg="add del">
          <ac:chgData name="Guest User" userId="" providerId="Windows Live" clId="Web-{E1CCD722-C477-4300-B7FD-95197884D9BB}" dt="2022-11-29T02:31:04.348" v="123"/>
          <ac:grpSpMkLst>
            <pc:docMk/>
            <pc:sldMk cId="2707866632" sldId="261"/>
            <ac:grpSpMk id="34" creationId="{EB46B8FB-F6A2-5F47-A6CD-A7E17E69270F}"/>
          </ac:grpSpMkLst>
        </pc:grpChg>
        <pc:grpChg chg="add del">
          <ac:chgData name="Guest User" userId="" providerId="Windows Live" clId="Web-{E1CCD722-C477-4300-B7FD-95197884D9BB}" dt="2022-11-29T02:30:51.957" v="119"/>
          <ac:grpSpMkLst>
            <pc:docMk/>
            <pc:sldMk cId="2707866632" sldId="261"/>
            <ac:grpSpMk id="39" creationId="{26C321DA-1EDE-3E4B-8B73-6477B2C6D046}"/>
          </ac:grpSpMkLst>
        </pc:grpChg>
        <pc:grpChg chg="add del">
          <ac:chgData name="Guest User" userId="" providerId="Windows Live" clId="Web-{E1CCD722-C477-4300-B7FD-95197884D9BB}" dt="2022-11-29T02:31:04.348" v="123"/>
          <ac:grpSpMkLst>
            <pc:docMk/>
            <pc:sldMk cId="2707866632" sldId="261"/>
            <ac:grpSpMk id="49" creationId="{BCFFF971-DAC9-F44B-9F22-4B030B6B61B3}"/>
          </ac:grpSpMkLst>
        </pc:grpChg>
        <pc:grpChg chg="add del">
          <ac:chgData name="Guest User" userId="" providerId="Windows Live" clId="Web-{E1CCD722-C477-4300-B7FD-95197884D9BB}" dt="2022-11-29T02:31:07.738" v="125"/>
          <ac:grpSpMkLst>
            <pc:docMk/>
            <pc:sldMk cId="2707866632" sldId="261"/>
            <ac:grpSpMk id="53" creationId="{97620302-BEE8-1447-8324-5F4178AA169B}"/>
          </ac:grpSpMkLst>
        </pc:grpChg>
        <pc:grpChg chg="add del">
          <ac:chgData name="Guest User" userId="" providerId="Windows Live" clId="Web-{E1CCD722-C477-4300-B7FD-95197884D9BB}" dt="2022-11-29T02:31:15.973" v="129"/>
          <ac:grpSpMkLst>
            <pc:docMk/>
            <pc:sldMk cId="2707866632" sldId="261"/>
            <ac:grpSpMk id="64" creationId="{3FCE1FB7-7E83-C242-A5AD-4646FBE1C99B}"/>
          </ac:grpSpMkLst>
        </pc:grpChg>
        <pc:grpChg chg="add del">
          <ac:chgData name="Guest User" userId="" providerId="Windows Live" clId="Web-{E1CCD722-C477-4300-B7FD-95197884D9BB}" dt="2022-11-29T02:31:19.129" v="131"/>
          <ac:grpSpMkLst>
            <pc:docMk/>
            <pc:sldMk cId="2707866632" sldId="261"/>
            <ac:grpSpMk id="69" creationId="{97620302-BEE8-1447-8324-5F4178AA169B}"/>
          </ac:grpSpMkLst>
        </pc:grpChg>
        <pc:grpChg chg="add del">
          <ac:chgData name="Guest User" userId="" providerId="Windows Live" clId="Web-{E1CCD722-C477-4300-B7FD-95197884D9BB}" dt="2022-11-29T02:31:21.598" v="133"/>
          <ac:grpSpMkLst>
            <pc:docMk/>
            <pc:sldMk cId="2707866632" sldId="261"/>
            <ac:grpSpMk id="76" creationId="{3FCE1FB7-7E83-C242-A5AD-4646FBE1C99B}"/>
          </ac:grpSpMkLst>
        </pc:grpChg>
        <pc:grpChg chg="add del">
          <ac:chgData name="Guest User" userId="" providerId="Windows Live" clId="Web-{E1CCD722-C477-4300-B7FD-95197884D9BB}" dt="2022-11-29T02:32:42.273" v="148"/>
          <ac:grpSpMkLst>
            <pc:docMk/>
            <pc:sldMk cId="2707866632" sldId="261"/>
            <ac:grpSpMk id="82" creationId="{BFD251E3-961F-2440-B872-1D26671822A8}"/>
          </ac:grpSpMkLst>
        </pc:grpChg>
        <pc:grpChg chg="add del">
          <ac:chgData name="Guest User" userId="" providerId="Windows Live" clId="Web-{E1CCD722-C477-4300-B7FD-95197884D9BB}" dt="2022-11-29T02:32:39.616" v="145"/>
          <ac:grpSpMkLst>
            <pc:docMk/>
            <pc:sldMk cId="2707866632" sldId="261"/>
            <ac:grpSpMk id="88" creationId="{EB46B8FB-F6A2-5F47-A6CD-A7E17E69270F}"/>
          </ac:grpSpMkLst>
        </pc:grpChg>
        <pc:grpChg chg="add">
          <ac:chgData name="Guest User" userId="" providerId="Windows Live" clId="Web-{E1CCD722-C477-4300-B7FD-95197884D9BB}" dt="2022-11-29T02:32:42.273" v="148"/>
          <ac:grpSpMkLst>
            <pc:docMk/>
            <pc:sldMk cId="2707866632" sldId="261"/>
            <ac:grpSpMk id="90" creationId="{1B5E71B3-7269-894E-A00B-31D341365FC9}"/>
          </ac:grpSpMkLst>
        </pc:grpChg>
        <pc:grpChg chg="add del">
          <ac:chgData name="Guest User" userId="" providerId="Windows Live" clId="Web-{E1CCD722-C477-4300-B7FD-95197884D9BB}" dt="2022-11-29T02:32:39.616" v="145"/>
          <ac:grpSpMkLst>
            <pc:docMk/>
            <pc:sldMk cId="2707866632" sldId="261"/>
            <ac:grpSpMk id="118" creationId="{665B630C-8A26-BF40-AD00-AAAB3F8DFB58}"/>
          </ac:grpSpMkLst>
        </pc:grpChg>
        <pc:grpChg chg="add del">
          <ac:chgData name="Guest User" userId="" providerId="Windows Live" clId="Web-{E1CCD722-C477-4300-B7FD-95197884D9BB}" dt="2022-11-29T02:32:42.273" v="147"/>
          <ac:grpSpMkLst>
            <pc:docMk/>
            <pc:sldMk cId="2707866632" sldId="261"/>
            <ac:grpSpMk id="126" creationId="{EB46B8FB-F6A2-5F47-A6CD-A7E17E69270F}"/>
          </ac:grpSpMkLst>
        </pc:grpChg>
        <pc:grpChg chg="add del">
          <ac:chgData name="Guest User" userId="" providerId="Windows Live" clId="Web-{E1CCD722-C477-4300-B7FD-95197884D9BB}" dt="2022-11-29T02:32:42.273" v="147"/>
          <ac:grpSpMkLst>
            <pc:docMk/>
            <pc:sldMk cId="2707866632" sldId="261"/>
            <ac:grpSpMk id="130" creationId="{26C321DA-1EDE-3E4B-8B73-6477B2C6D046}"/>
          </ac:grpSpMkLst>
        </pc:grpChg>
        <pc:picChg chg="add mod ord">
          <ac:chgData name="Guest User" userId="" providerId="Windows Live" clId="Web-{E1CCD722-C477-4300-B7FD-95197884D9BB}" dt="2022-11-29T02:32:42.273" v="148"/>
          <ac:picMkLst>
            <pc:docMk/>
            <pc:sldMk cId="2707866632" sldId="261"/>
            <ac:picMk id="4" creationId="{C6576604-18CC-7881-3064-FEECA62E7B2F}"/>
          </ac:picMkLst>
        </pc:picChg>
        <pc:cxnChg chg="add del">
          <ac:chgData name="Guest User" userId="" providerId="Windows Live" clId="Web-{E1CCD722-C477-4300-B7FD-95197884D9BB}" dt="2022-11-29T02:31:00.535" v="121"/>
          <ac:cxnSpMkLst>
            <pc:docMk/>
            <pc:sldMk cId="2707866632" sldId="261"/>
            <ac:cxnSpMk id="19" creationId="{A0A01F17-907D-3541-BBAF-A33828880DCE}"/>
          </ac:cxnSpMkLst>
        </pc:cxnChg>
        <pc:cxnChg chg="add del">
          <ac:chgData name="Guest User" userId="" providerId="Windows Live" clId="Web-{E1CCD722-C477-4300-B7FD-95197884D9BB}" dt="2022-11-29T02:30:51.957" v="119"/>
          <ac:cxnSpMkLst>
            <pc:docMk/>
            <pc:sldMk cId="2707866632" sldId="261"/>
            <ac:cxnSpMk id="35" creationId="{D33A3282-0389-C547-8CA6-7F3E7F27B34D}"/>
          </ac:cxnSpMkLst>
        </pc:cxnChg>
        <pc:cxnChg chg="add del">
          <ac:chgData name="Guest User" userId="" providerId="Windows Live" clId="Web-{E1CCD722-C477-4300-B7FD-95197884D9BB}" dt="2022-11-29T02:31:04.348" v="123"/>
          <ac:cxnSpMkLst>
            <pc:docMk/>
            <pc:sldMk cId="2707866632" sldId="261"/>
            <ac:cxnSpMk id="45" creationId="{51D4F49C-5EE1-6C4F-858E-AE02CC2CD5BB}"/>
          </ac:cxnSpMkLst>
        </pc:cxnChg>
        <pc:cxnChg chg="add del">
          <ac:chgData name="Guest User" userId="" providerId="Windows Live" clId="Web-{E1CCD722-C477-4300-B7FD-95197884D9BB}" dt="2022-11-29T02:31:04.348" v="123"/>
          <ac:cxnSpMkLst>
            <pc:docMk/>
            <pc:sldMk cId="2707866632" sldId="261"/>
            <ac:cxnSpMk id="46" creationId="{D33A3282-0389-C547-8CA6-7F3E7F27B34D}"/>
          </ac:cxnSpMkLst>
        </pc:cxnChg>
        <pc:cxnChg chg="add del">
          <ac:chgData name="Guest User" userId="" providerId="Windows Live" clId="Web-{E1CCD722-C477-4300-B7FD-95197884D9BB}" dt="2022-11-29T02:30:51.957" v="119"/>
          <ac:cxnSpMkLst>
            <pc:docMk/>
            <pc:sldMk cId="2707866632" sldId="261"/>
            <ac:cxnSpMk id="48" creationId="{EEA70831-9A8D-3B4D-8EA5-EE32F93E94E9}"/>
          </ac:cxnSpMkLst>
        </pc:cxnChg>
        <pc:cxnChg chg="add del">
          <ac:chgData name="Guest User" userId="" providerId="Windows Live" clId="Web-{E1CCD722-C477-4300-B7FD-95197884D9BB}" dt="2022-11-29T02:31:07.738" v="125"/>
          <ac:cxnSpMkLst>
            <pc:docMk/>
            <pc:sldMk cId="2707866632" sldId="261"/>
            <ac:cxnSpMk id="54" creationId="{68C50EA3-7CF1-9542-A21D-5B3EBACC5009}"/>
          </ac:cxnSpMkLst>
        </pc:cxnChg>
        <pc:cxnChg chg="add del">
          <ac:chgData name="Guest User" userId="" providerId="Windows Live" clId="Web-{E1CCD722-C477-4300-B7FD-95197884D9BB}" dt="2022-11-29T02:31:10.629" v="127"/>
          <ac:cxnSpMkLst>
            <pc:docMk/>
            <pc:sldMk cId="2707866632" sldId="261"/>
            <ac:cxnSpMk id="58" creationId="{BF3CF3DF-4809-5B42-9F22-981391379297}"/>
          </ac:cxnSpMkLst>
        </pc:cxnChg>
        <pc:cxnChg chg="add del">
          <ac:chgData name="Guest User" userId="" providerId="Windows Live" clId="Web-{E1CCD722-C477-4300-B7FD-95197884D9BB}" dt="2022-11-29T02:31:15.973" v="129"/>
          <ac:cxnSpMkLst>
            <pc:docMk/>
            <pc:sldMk cId="2707866632" sldId="261"/>
            <ac:cxnSpMk id="63" creationId="{BF3CF3DF-4809-5B42-9F22-981391379297}"/>
          </ac:cxnSpMkLst>
        </pc:cxnChg>
        <pc:cxnChg chg="add del">
          <ac:chgData name="Guest User" userId="" providerId="Windows Live" clId="Web-{E1CCD722-C477-4300-B7FD-95197884D9BB}" dt="2022-11-29T02:31:19.129" v="131"/>
          <ac:cxnSpMkLst>
            <pc:docMk/>
            <pc:sldMk cId="2707866632" sldId="261"/>
            <ac:cxnSpMk id="71" creationId="{68C50EA3-7CF1-9542-A21D-5B3EBACC5009}"/>
          </ac:cxnSpMkLst>
        </pc:cxnChg>
        <pc:cxnChg chg="add del">
          <ac:chgData name="Guest User" userId="" providerId="Windows Live" clId="Web-{E1CCD722-C477-4300-B7FD-95197884D9BB}" dt="2022-11-29T02:31:21.598" v="133"/>
          <ac:cxnSpMkLst>
            <pc:docMk/>
            <pc:sldMk cId="2707866632" sldId="261"/>
            <ac:cxnSpMk id="75" creationId="{BF3CF3DF-4809-5B42-9F22-981391379297}"/>
          </ac:cxnSpMkLst>
        </pc:cxnChg>
        <pc:cxnChg chg="add del">
          <ac:chgData name="Guest User" userId="" providerId="Windows Live" clId="Web-{E1CCD722-C477-4300-B7FD-95197884D9BB}" dt="2022-11-29T02:32:42.273" v="148"/>
          <ac:cxnSpMkLst>
            <pc:docMk/>
            <pc:sldMk cId="2707866632" sldId="261"/>
            <ac:cxnSpMk id="81" creationId="{BF3CF3DF-4809-5B42-9F22-981391379297}"/>
          </ac:cxnSpMkLst>
        </pc:cxnChg>
        <pc:cxnChg chg="add">
          <ac:chgData name="Guest User" userId="" providerId="Windows Live" clId="Web-{E1CCD722-C477-4300-B7FD-95197884D9BB}" dt="2022-11-29T02:32:42.273" v="148"/>
          <ac:cxnSpMkLst>
            <pc:docMk/>
            <pc:sldMk cId="2707866632" sldId="261"/>
            <ac:cxnSpMk id="96" creationId="{A0A01F17-907D-3541-BBAF-A33828880DCE}"/>
          </ac:cxnSpMkLst>
        </pc:cxnChg>
        <pc:cxnChg chg="add del">
          <ac:chgData name="Guest User" userId="" providerId="Windows Live" clId="Web-{E1CCD722-C477-4300-B7FD-95197884D9BB}" dt="2022-11-29T02:32:39.616" v="145"/>
          <ac:cxnSpMkLst>
            <pc:docMk/>
            <pc:sldMk cId="2707866632" sldId="261"/>
            <ac:cxnSpMk id="114" creationId="{D33A3282-0389-C547-8CA6-7F3E7F27B34D}"/>
          </ac:cxnSpMkLst>
        </pc:cxnChg>
        <pc:cxnChg chg="add del">
          <ac:chgData name="Guest User" userId="" providerId="Windows Live" clId="Web-{E1CCD722-C477-4300-B7FD-95197884D9BB}" dt="2022-11-29T02:32:39.616" v="145"/>
          <ac:cxnSpMkLst>
            <pc:docMk/>
            <pc:sldMk cId="2707866632" sldId="261"/>
            <ac:cxnSpMk id="124" creationId="{EEA70831-9A8D-3B4D-8EA5-EE32F93E94E9}"/>
          </ac:cxnSpMkLst>
        </pc:cxnChg>
        <pc:cxnChg chg="add del">
          <ac:chgData name="Guest User" userId="" providerId="Windows Live" clId="Web-{E1CCD722-C477-4300-B7FD-95197884D9BB}" dt="2022-11-29T02:32:42.273" v="147"/>
          <ac:cxnSpMkLst>
            <pc:docMk/>
            <pc:sldMk cId="2707866632" sldId="261"/>
            <ac:cxnSpMk id="127" creationId="{EEA70831-9A8D-3B4D-8EA5-EE32F93E94E9}"/>
          </ac:cxnSpMkLst>
        </pc:cxnChg>
        <pc:cxnChg chg="add del">
          <ac:chgData name="Guest User" userId="" providerId="Windows Live" clId="Web-{E1CCD722-C477-4300-B7FD-95197884D9BB}" dt="2022-11-29T02:32:42.273" v="147"/>
          <ac:cxnSpMkLst>
            <pc:docMk/>
            <pc:sldMk cId="2707866632" sldId="261"/>
            <ac:cxnSpMk id="128" creationId="{D33A3282-0389-C547-8CA6-7F3E7F27B34D}"/>
          </ac:cxnSpMkLst>
        </pc:cxnChg>
      </pc:sldChg>
      <pc:sldChg chg="addSp delSp modSp new mod setBg">
        <pc:chgData name="Guest User" userId="" providerId="Windows Live" clId="Web-{E1CCD722-C477-4300-B7FD-95197884D9BB}" dt="2022-11-29T02:32:48.210" v="149"/>
        <pc:sldMkLst>
          <pc:docMk/>
          <pc:sldMk cId="319898677" sldId="262"/>
        </pc:sldMkLst>
        <pc:spChg chg="mod">
          <ac:chgData name="Guest User" userId="" providerId="Windows Live" clId="Web-{E1CCD722-C477-4300-B7FD-95197884D9BB}" dt="2022-11-29T02:32:30.257" v="143"/>
          <ac:spMkLst>
            <pc:docMk/>
            <pc:sldMk cId="319898677" sldId="262"/>
            <ac:spMk id="2" creationId="{1FB88AD0-33FE-DD83-D97E-FCF357D64D19}"/>
          </ac:spMkLst>
        </pc:spChg>
        <pc:spChg chg="del mod">
          <ac:chgData name="Guest User" userId="" providerId="Windows Live" clId="Web-{E1CCD722-C477-4300-B7FD-95197884D9BB}" dt="2022-11-29T02:32:23.225" v="140"/>
          <ac:spMkLst>
            <pc:docMk/>
            <pc:sldMk cId="319898677" sldId="262"/>
            <ac:spMk id="3" creationId="{78AAE88D-3E12-9EE7-0D24-CE0ECDBEBE50}"/>
          </ac:spMkLst>
        </pc:spChg>
        <pc:spChg chg="add del">
          <ac:chgData name="Guest User" userId="" providerId="Windows Live" clId="Web-{E1CCD722-C477-4300-B7FD-95197884D9BB}" dt="2022-11-29T02:32:30.241" v="142"/>
          <ac:spMkLst>
            <pc:docMk/>
            <pc:sldMk cId="319898677" sldId="262"/>
            <ac:spMk id="8" creationId="{921097A9-0370-F79D-214B-72A69C49DD70}"/>
          </ac:spMkLst>
        </pc:spChg>
        <pc:spChg chg="add del">
          <ac:chgData name="Guest User" userId="" providerId="Windows Live" clId="Web-{E1CCD722-C477-4300-B7FD-95197884D9BB}" dt="2022-11-29T02:32:30.241" v="142"/>
          <ac:spMkLst>
            <pc:docMk/>
            <pc:sldMk cId="319898677" sldId="262"/>
            <ac:spMk id="11" creationId="{C7F2E4D6-EF46-1C43-8F3E-3620C3C83F36}"/>
          </ac:spMkLst>
        </pc:spChg>
        <pc:spChg chg="add del">
          <ac:chgData name="Guest User" userId="" providerId="Windows Live" clId="Web-{E1CCD722-C477-4300-B7FD-95197884D9BB}" dt="2022-11-29T02:32:48.210" v="149"/>
          <ac:spMkLst>
            <pc:docMk/>
            <pc:sldMk cId="319898677" sldId="262"/>
            <ac:spMk id="24" creationId="{4EFE82FE-7465-AE46-88DF-34D347E83B84}"/>
          </ac:spMkLst>
        </pc:spChg>
        <pc:spChg chg="add">
          <ac:chgData name="Guest User" userId="" providerId="Windows Live" clId="Web-{E1CCD722-C477-4300-B7FD-95197884D9BB}" dt="2022-11-29T02:32:30.257" v="143"/>
          <ac:spMkLst>
            <pc:docMk/>
            <pc:sldMk cId="319898677" sldId="262"/>
            <ac:spMk id="25" creationId="{DD24DA3A-05CE-075A-5E3E-9E6A177435C4}"/>
          </ac:spMkLst>
        </pc:spChg>
        <pc:spChg chg="add">
          <ac:chgData name="Guest User" userId="" providerId="Windows Live" clId="Web-{E1CCD722-C477-4300-B7FD-95197884D9BB}" dt="2022-11-29T02:32:48.210" v="149"/>
          <ac:spMkLst>
            <pc:docMk/>
            <pc:sldMk cId="319898677" sldId="262"/>
            <ac:spMk id="32" creationId="{4EFE82FE-7465-AE46-88DF-34D347E83B84}"/>
          </ac:spMkLst>
        </pc:spChg>
        <pc:grpChg chg="add del">
          <ac:chgData name="Guest User" userId="" providerId="Windows Live" clId="Web-{E1CCD722-C477-4300-B7FD-95197884D9BB}" dt="2022-11-29T02:32:30.241" v="142"/>
          <ac:grpSpMkLst>
            <pc:docMk/>
            <pc:sldMk cId="319898677" sldId="262"/>
            <ac:grpSpMk id="15" creationId="{BFD251E3-961F-2440-B872-1D26671822A8}"/>
          </ac:grpSpMkLst>
        </pc:grpChg>
        <pc:grpChg chg="add del">
          <ac:chgData name="Guest User" userId="" providerId="Windows Live" clId="Web-{E1CCD722-C477-4300-B7FD-95197884D9BB}" dt="2022-11-29T02:32:48.210" v="149"/>
          <ac:grpSpMkLst>
            <pc:docMk/>
            <pc:sldMk cId="319898677" sldId="262"/>
            <ac:grpSpMk id="26" creationId="{1B5E71B3-7269-894E-A00B-31D341365FC9}"/>
          </ac:grpSpMkLst>
        </pc:grpChg>
        <pc:grpChg chg="add">
          <ac:chgData name="Guest User" userId="" providerId="Windows Live" clId="Web-{E1CCD722-C477-4300-B7FD-95197884D9BB}" dt="2022-11-29T02:32:48.210" v="149"/>
          <ac:grpSpMkLst>
            <pc:docMk/>
            <pc:sldMk cId="319898677" sldId="262"/>
            <ac:grpSpMk id="34" creationId="{1B5E71B3-7269-894E-A00B-31D341365FC9}"/>
          </ac:grpSpMkLst>
        </pc:grpChg>
        <pc:picChg chg="add mod ord">
          <ac:chgData name="Guest User" userId="" providerId="Windows Live" clId="Web-{E1CCD722-C477-4300-B7FD-95197884D9BB}" dt="2022-11-29T02:32:30.257" v="143"/>
          <ac:picMkLst>
            <pc:docMk/>
            <pc:sldMk cId="319898677" sldId="262"/>
            <ac:picMk id="4" creationId="{7D0CE0A2-54C3-8F93-AC0F-D1EE7FF9E6BE}"/>
          </ac:picMkLst>
        </pc:picChg>
        <pc:cxnChg chg="add del">
          <ac:chgData name="Guest User" userId="" providerId="Windows Live" clId="Web-{E1CCD722-C477-4300-B7FD-95197884D9BB}" dt="2022-11-29T02:32:30.241" v="142"/>
          <ac:cxnSpMkLst>
            <pc:docMk/>
            <pc:sldMk cId="319898677" sldId="262"/>
            <ac:cxnSpMk id="13" creationId="{BF3CF3DF-4809-5B42-9F22-981391379297}"/>
          </ac:cxnSpMkLst>
        </pc:cxnChg>
        <pc:cxnChg chg="add del">
          <ac:chgData name="Guest User" userId="" providerId="Windows Live" clId="Web-{E1CCD722-C477-4300-B7FD-95197884D9BB}" dt="2022-11-29T02:32:48.210" v="149"/>
          <ac:cxnSpMkLst>
            <pc:docMk/>
            <pc:sldMk cId="319898677" sldId="262"/>
            <ac:cxnSpMk id="19" creationId="{A0A01F17-907D-3541-BBAF-A33828880DCE}"/>
          </ac:cxnSpMkLst>
        </pc:cxnChg>
        <pc:cxnChg chg="add">
          <ac:chgData name="Guest User" userId="" providerId="Windows Live" clId="Web-{E1CCD722-C477-4300-B7FD-95197884D9BB}" dt="2022-11-29T02:32:48.210" v="149"/>
          <ac:cxnSpMkLst>
            <pc:docMk/>
            <pc:sldMk cId="319898677" sldId="262"/>
            <ac:cxnSpMk id="40" creationId="{A0A01F17-907D-3541-BBAF-A33828880DCE}"/>
          </ac:cxnSpMkLst>
        </pc:cxnChg>
      </pc:sldChg>
      <pc:sldChg chg="addSp delSp modSp new mod setBg setClrOvrMap">
        <pc:chgData name="Guest User" userId="" providerId="Windows Live" clId="Web-{E1CCD722-C477-4300-B7FD-95197884D9BB}" dt="2022-11-29T02:33:46.134" v="159" actId="20577"/>
        <pc:sldMkLst>
          <pc:docMk/>
          <pc:sldMk cId="1155740690" sldId="263"/>
        </pc:sldMkLst>
        <pc:spChg chg="mod ord">
          <ac:chgData name="Guest User" userId="" providerId="Windows Live" clId="Web-{E1CCD722-C477-4300-B7FD-95197884D9BB}" dt="2022-11-29T02:33:46.134" v="159" actId="20577"/>
          <ac:spMkLst>
            <pc:docMk/>
            <pc:sldMk cId="1155740690" sldId="263"/>
            <ac:spMk id="2" creationId="{2F052C35-58BC-B3BC-AC1C-7386B5D4AEF6}"/>
          </ac:spMkLst>
        </pc:spChg>
        <pc:spChg chg="del">
          <ac:chgData name="Guest User" userId="" providerId="Windows Live" clId="Web-{E1CCD722-C477-4300-B7FD-95197884D9BB}" dt="2022-11-29T02:33:24.852" v="154"/>
          <ac:spMkLst>
            <pc:docMk/>
            <pc:sldMk cId="1155740690" sldId="263"/>
            <ac:spMk id="3" creationId="{C4428AF9-C71B-9854-E827-85C8AAD68410}"/>
          </ac:spMkLst>
        </pc:spChg>
        <pc:spChg chg="add">
          <ac:chgData name="Guest User" userId="" providerId="Windows Live" clId="Web-{E1CCD722-C477-4300-B7FD-95197884D9BB}" dt="2022-11-29T02:33:31.556" v="157"/>
          <ac:spMkLst>
            <pc:docMk/>
            <pc:sldMk cId="1155740690" sldId="263"/>
            <ac:spMk id="8" creationId="{B85DE3DF-2C2F-C072-4AEA-5C74BC1AE91F}"/>
          </ac:spMkLst>
        </pc:spChg>
        <pc:spChg chg="add">
          <ac:chgData name="Guest User" userId="" providerId="Windows Live" clId="Web-{E1CCD722-C477-4300-B7FD-95197884D9BB}" dt="2022-11-29T02:33:31.556" v="157"/>
          <ac:spMkLst>
            <pc:docMk/>
            <pc:sldMk cId="1155740690" sldId="263"/>
            <ac:spMk id="11" creationId="{4EFE82FE-7465-AE46-88DF-34D347E83B84}"/>
          </ac:spMkLst>
        </pc:spChg>
        <pc:spChg chg="add del">
          <ac:chgData name="Guest User" userId="" providerId="Windows Live" clId="Web-{E1CCD722-C477-4300-B7FD-95197884D9BB}" dt="2022-11-29T02:33:31.540" v="156"/>
          <ac:spMkLst>
            <pc:docMk/>
            <pc:sldMk cId="1155740690" sldId="263"/>
            <ac:spMk id="37" creationId="{4EFE82FE-7465-AE46-88DF-34D347E83B84}"/>
          </ac:spMkLst>
        </pc:spChg>
        <pc:spChg chg="add del">
          <ac:chgData name="Guest User" userId="" providerId="Windows Live" clId="Web-{E1CCD722-C477-4300-B7FD-95197884D9BB}" dt="2022-11-29T02:33:31.540" v="156"/>
          <ac:spMkLst>
            <pc:docMk/>
            <pc:sldMk cId="1155740690" sldId="263"/>
            <ac:spMk id="39" creationId="{B4F75AE3-A3AC-DE4C-98FE-EC9DC3BF8DA5}"/>
          </ac:spMkLst>
        </pc:spChg>
        <pc:grpChg chg="add del">
          <ac:chgData name="Guest User" userId="" providerId="Windows Live" clId="Web-{E1CCD722-C477-4300-B7FD-95197884D9BB}" dt="2022-11-29T02:33:31.540" v="156"/>
          <ac:grpSpMkLst>
            <pc:docMk/>
            <pc:sldMk cId="1155740690" sldId="263"/>
            <ac:grpSpMk id="9" creationId="{EB46B8FB-F6A2-5F47-A6CD-A7E17E69270F}"/>
          </ac:grpSpMkLst>
        </pc:grpChg>
        <pc:grpChg chg="add">
          <ac:chgData name="Guest User" userId="" providerId="Windows Live" clId="Web-{E1CCD722-C477-4300-B7FD-95197884D9BB}" dt="2022-11-29T02:33:31.556" v="157"/>
          <ac:grpSpMkLst>
            <pc:docMk/>
            <pc:sldMk cId="1155740690" sldId="263"/>
            <ac:grpSpMk id="13" creationId="{1B5E71B3-7269-894E-A00B-31D341365FC9}"/>
          </ac:grpSpMkLst>
        </pc:grpChg>
        <pc:grpChg chg="add del">
          <ac:chgData name="Guest User" userId="" providerId="Windows Live" clId="Web-{E1CCD722-C477-4300-B7FD-95197884D9BB}" dt="2022-11-29T02:33:31.540" v="156"/>
          <ac:grpSpMkLst>
            <pc:docMk/>
            <pc:sldMk cId="1155740690" sldId="263"/>
            <ac:grpSpMk id="43" creationId="{44406D7A-DB1A-D940-8AD1-93FAF9DD7199}"/>
          </ac:grpSpMkLst>
        </pc:grpChg>
        <pc:picChg chg="add mod ord">
          <ac:chgData name="Guest User" userId="" providerId="Windows Live" clId="Web-{E1CCD722-C477-4300-B7FD-95197884D9BB}" dt="2022-11-29T02:33:31.556" v="157"/>
          <ac:picMkLst>
            <pc:docMk/>
            <pc:sldMk cId="1155740690" sldId="263"/>
            <ac:picMk id="4" creationId="{471E7499-EEDE-6645-0ACA-9B4EDD942409}"/>
          </ac:picMkLst>
        </pc:picChg>
        <pc:cxnChg chg="add">
          <ac:chgData name="Guest User" userId="" providerId="Windows Live" clId="Web-{E1CCD722-C477-4300-B7FD-95197884D9BB}" dt="2022-11-29T02:33:31.556" v="157"/>
          <ac:cxnSpMkLst>
            <pc:docMk/>
            <pc:sldMk cId="1155740690" sldId="263"/>
            <ac:cxnSpMk id="19" creationId="{A0A01F17-907D-3541-BBAF-A33828880DCE}"/>
          </ac:cxnSpMkLst>
        </pc:cxnChg>
        <pc:cxnChg chg="add del">
          <ac:chgData name="Guest User" userId="" providerId="Windows Live" clId="Web-{E1CCD722-C477-4300-B7FD-95197884D9BB}" dt="2022-11-29T02:33:31.540" v="156"/>
          <ac:cxnSpMkLst>
            <pc:docMk/>
            <pc:sldMk cId="1155740690" sldId="263"/>
            <ac:cxnSpMk id="35" creationId="{D33A3282-0389-C547-8CA6-7F3E7F27B34D}"/>
          </ac:cxnSpMkLst>
        </pc:cxnChg>
        <pc:cxnChg chg="add del">
          <ac:chgData name="Guest User" userId="" providerId="Windows Live" clId="Web-{E1CCD722-C477-4300-B7FD-95197884D9BB}" dt="2022-11-29T02:33:31.540" v="156"/>
          <ac:cxnSpMkLst>
            <pc:docMk/>
            <pc:sldMk cId="1155740690" sldId="263"/>
            <ac:cxnSpMk id="41" creationId="{41C79BB7-CCAB-2243-9830-5569626C4D01}"/>
          </ac:cxnSpMkLst>
        </pc:cxnChg>
      </pc:sldChg>
      <pc:sldChg chg="addSp delSp modSp new mod setBg">
        <pc:chgData name="Guest User" userId="" providerId="Windows Live" clId="Web-{E1CCD722-C477-4300-B7FD-95197884D9BB}" dt="2022-11-29T02:34:21.979" v="163"/>
        <pc:sldMkLst>
          <pc:docMk/>
          <pc:sldMk cId="3771970641" sldId="264"/>
        </pc:sldMkLst>
        <pc:spChg chg="mod">
          <ac:chgData name="Guest User" userId="" providerId="Windows Live" clId="Web-{E1CCD722-C477-4300-B7FD-95197884D9BB}" dt="2022-11-29T02:34:21.979" v="163"/>
          <ac:spMkLst>
            <pc:docMk/>
            <pc:sldMk cId="3771970641" sldId="264"/>
            <ac:spMk id="2" creationId="{D02B3AB1-1704-8250-7F5A-42942FE36902}"/>
          </ac:spMkLst>
        </pc:spChg>
        <pc:spChg chg="del">
          <ac:chgData name="Guest User" userId="" providerId="Windows Live" clId="Web-{E1CCD722-C477-4300-B7FD-95197884D9BB}" dt="2022-11-29T02:34:16.745" v="162"/>
          <ac:spMkLst>
            <pc:docMk/>
            <pc:sldMk cId="3771970641" sldId="264"/>
            <ac:spMk id="3" creationId="{3CE82494-A36C-2790-78F0-9CCA7EDF870F}"/>
          </ac:spMkLst>
        </pc:spChg>
        <pc:spChg chg="add">
          <ac:chgData name="Guest User" userId="" providerId="Windows Live" clId="Web-{E1CCD722-C477-4300-B7FD-95197884D9BB}" dt="2022-11-29T02:34:21.979" v="163"/>
          <ac:spMkLst>
            <pc:docMk/>
            <pc:sldMk cId="3771970641" sldId="264"/>
            <ac:spMk id="8" creationId="{FD7867F5-5B47-62CE-DE73-1C06320D147A}"/>
          </ac:spMkLst>
        </pc:spChg>
        <pc:spChg chg="add">
          <ac:chgData name="Guest User" userId="" providerId="Windows Live" clId="Web-{E1CCD722-C477-4300-B7FD-95197884D9BB}" dt="2022-11-29T02:34:21.979" v="163"/>
          <ac:spMkLst>
            <pc:docMk/>
            <pc:sldMk cId="3771970641" sldId="264"/>
            <ac:spMk id="11" creationId="{C7F2E4D6-EF46-1C43-8F3E-3620C3C83F36}"/>
          </ac:spMkLst>
        </pc:spChg>
        <pc:grpChg chg="add">
          <ac:chgData name="Guest User" userId="" providerId="Windows Live" clId="Web-{E1CCD722-C477-4300-B7FD-95197884D9BB}" dt="2022-11-29T02:34:21.979" v="163"/>
          <ac:grpSpMkLst>
            <pc:docMk/>
            <pc:sldMk cId="3771970641" sldId="264"/>
            <ac:grpSpMk id="15" creationId="{3FCE1FB7-7E83-C242-A5AD-4646FBE1C99B}"/>
          </ac:grpSpMkLst>
        </pc:grpChg>
        <pc:picChg chg="add mod ord">
          <ac:chgData name="Guest User" userId="" providerId="Windows Live" clId="Web-{E1CCD722-C477-4300-B7FD-95197884D9BB}" dt="2022-11-29T02:34:21.979" v="163"/>
          <ac:picMkLst>
            <pc:docMk/>
            <pc:sldMk cId="3771970641" sldId="264"/>
            <ac:picMk id="4" creationId="{009123FF-CD17-C771-E71B-C1AF49F7B8BF}"/>
          </ac:picMkLst>
        </pc:picChg>
        <pc:cxnChg chg="add">
          <ac:chgData name="Guest User" userId="" providerId="Windows Live" clId="Web-{E1CCD722-C477-4300-B7FD-95197884D9BB}" dt="2022-11-29T02:34:21.979" v="163"/>
          <ac:cxnSpMkLst>
            <pc:docMk/>
            <pc:sldMk cId="3771970641" sldId="264"/>
            <ac:cxnSpMk id="13" creationId="{BF3CF3DF-4809-5B42-9F22-981391379297}"/>
          </ac:cxnSpMkLst>
        </pc:cxnChg>
      </pc:sldChg>
      <pc:sldChg chg="addSp delSp modSp new mod setBg">
        <pc:chgData name="Guest User" userId="" providerId="Windows Live" clId="Web-{E1CCD722-C477-4300-B7FD-95197884D9BB}" dt="2022-11-29T02:34:49.761" v="168"/>
        <pc:sldMkLst>
          <pc:docMk/>
          <pc:sldMk cId="761928941" sldId="265"/>
        </pc:sldMkLst>
        <pc:spChg chg="mod">
          <ac:chgData name="Guest User" userId="" providerId="Windows Live" clId="Web-{E1CCD722-C477-4300-B7FD-95197884D9BB}" dt="2022-11-29T02:34:49.761" v="168"/>
          <ac:spMkLst>
            <pc:docMk/>
            <pc:sldMk cId="761928941" sldId="265"/>
            <ac:spMk id="2" creationId="{646BCBF3-F21E-9B04-BCD2-E1C3957E308B}"/>
          </ac:spMkLst>
        </pc:spChg>
        <pc:spChg chg="del">
          <ac:chgData name="Guest User" userId="" providerId="Windows Live" clId="Web-{E1CCD722-C477-4300-B7FD-95197884D9BB}" dt="2022-11-29T02:34:45.933" v="167"/>
          <ac:spMkLst>
            <pc:docMk/>
            <pc:sldMk cId="761928941" sldId="265"/>
            <ac:spMk id="3" creationId="{E8978FDD-65D4-F507-5654-5F2C79FC9842}"/>
          </ac:spMkLst>
        </pc:spChg>
        <pc:spChg chg="add">
          <ac:chgData name="Guest User" userId="" providerId="Windows Live" clId="Web-{E1CCD722-C477-4300-B7FD-95197884D9BB}" dt="2022-11-29T02:34:49.761" v="168"/>
          <ac:spMkLst>
            <pc:docMk/>
            <pc:sldMk cId="761928941" sldId="265"/>
            <ac:spMk id="8" creationId="{BC500BB9-C0A5-5475-293B-CE44148E38E7}"/>
          </ac:spMkLst>
        </pc:spChg>
        <pc:spChg chg="add">
          <ac:chgData name="Guest User" userId="" providerId="Windows Live" clId="Web-{E1CCD722-C477-4300-B7FD-95197884D9BB}" dt="2022-11-29T02:34:49.761" v="168"/>
          <ac:spMkLst>
            <pc:docMk/>
            <pc:sldMk cId="761928941" sldId="265"/>
            <ac:spMk id="11" creationId="{4EFE82FE-7465-AE46-88DF-34D347E83B84}"/>
          </ac:spMkLst>
        </pc:spChg>
        <pc:grpChg chg="add">
          <ac:chgData name="Guest User" userId="" providerId="Windows Live" clId="Web-{E1CCD722-C477-4300-B7FD-95197884D9BB}" dt="2022-11-29T02:34:49.761" v="168"/>
          <ac:grpSpMkLst>
            <pc:docMk/>
            <pc:sldMk cId="761928941" sldId="265"/>
            <ac:grpSpMk id="13" creationId="{1B5E71B3-7269-894E-A00B-31D341365FC9}"/>
          </ac:grpSpMkLst>
        </pc:grpChg>
        <pc:picChg chg="add mod ord">
          <ac:chgData name="Guest User" userId="" providerId="Windows Live" clId="Web-{E1CCD722-C477-4300-B7FD-95197884D9BB}" dt="2022-11-29T02:34:49.761" v="168"/>
          <ac:picMkLst>
            <pc:docMk/>
            <pc:sldMk cId="761928941" sldId="265"/>
            <ac:picMk id="4" creationId="{5E94FCC2-B2D6-DC43-059B-FC6DAADB98D3}"/>
          </ac:picMkLst>
        </pc:picChg>
        <pc:cxnChg chg="add">
          <ac:chgData name="Guest User" userId="" providerId="Windows Live" clId="Web-{E1CCD722-C477-4300-B7FD-95197884D9BB}" dt="2022-11-29T02:34:49.761" v="168"/>
          <ac:cxnSpMkLst>
            <pc:docMk/>
            <pc:sldMk cId="761928941" sldId="265"/>
            <ac:cxnSpMk id="19" creationId="{A0A01F17-907D-3541-BBAF-A33828880DCE}"/>
          </ac:cxnSpMkLst>
        </pc:cxnChg>
      </pc:sldChg>
      <pc:sldChg chg="addSp delSp modSp new mod setBg">
        <pc:chgData name="Guest User" userId="" providerId="Windows Live" clId="Web-{E1CCD722-C477-4300-B7FD-95197884D9BB}" dt="2022-11-29T02:35:38.451" v="174"/>
        <pc:sldMkLst>
          <pc:docMk/>
          <pc:sldMk cId="2808922265" sldId="266"/>
        </pc:sldMkLst>
        <pc:spChg chg="mod">
          <ac:chgData name="Guest User" userId="" providerId="Windows Live" clId="Web-{E1CCD722-C477-4300-B7FD-95197884D9BB}" dt="2022-11-29T02:35:38.451" v="174"/>
          <ac:spMkLst>
            <pc:docMk/>
            <pc:sldMk cId="2808922265" sldId="266"/>
            <ac:spMk id="2" creationId="{C694981A-E6FD-7F95-C5AE-A65079B25568}"/>
          </ac:spMkLst>
        </pc:spChg>
        <pc:spChg chg="del">
          <ac:chgData name="Guest User" userId="" providerId="Windows Live" clId="Web-{E1CCD722-C477-4300-B7FD-95197884D9BB}" dt="2022-11-29T02:35:34.482" v="173"/>
          <ac:spMkLst>
            <pc:docMk/>
            <pc:sldMk cId="2808922265" sldId="266"/>
            <ac:spMk id="3" creationId="{92182BD0-1344-099C-CC43-D7BBCA15D3D4}"/>
          </ac:spMkLst>
        </pc:spChg>
        <pc:spChg chg="add">
          <ac:chgData name="Guest User" userId="" providerId="Windows Live" clId="Web-{E1CCD722-C477-4300-B7FD-95197884D9BB}" dt="2022-11-29T02:35:38.451" v="174"/>
          <ac:spMkLst>
            <pc:docMk/>
            <pc:sldMk cId="2808922265" sldId="266"/>
            <ac:spMk id="8" creationId="{76216DFE-FC14-9448-DE8D-E7F7E4467D80}"/>
          </ac:spMkLst>
        </pc:spChg>
        <pc:spChg chg="add">
          <ac:chgData name="Guest User" userId="" providerId="Windows Live" clId="Web-{E1CCD722-C477-4300-B7FD-95197884D9BB}" dt="2022-11-29T02:35:38.451" v="174"/>
          <ac:spMkLst>
            <pc:docMk/>
            <pc:sldMk cId="2808922265" sldId="266"/>
            <ac:spMk id="11" creationId="{4EFE82FE-7465-AE46-88DF-34D347E83B84}"/>
          </ac:spMkLst>
        </pc:spChg>
        <pc:grpChg chg="add">
          <ac:chgData name="Guest User" userId="" providerId="Windows Live" clId="Web-{E1CCD722-C477-4300-B7FD-95197884D9BB}" dt="2022-11-29T02:35:38.451" v="174"/>
          <ac:grpSpMkLst>
            <pc:docMk/>
            <pc:sldMk cId="2808922265" sldId="266"/>
            <ac:grpSpMk id="13" creationId="{1B5E71B3-7269-894E-A00B-31D341365FC9}"/>
          </ac:grpSpMkLst>
        </pc:grpChg>
        <pc:picChg chg="add mod ord">
          <ac:chgData name="Guest User" userId="" providerId="Windows Live" clId="Web-{E1CCD722-C477-4300-B7FD-95197884D9BB}" dt="2022-11-29T02:35:38.451" v="174"/>
          <ac:picMkLst>
            <pc:docMk/>
            <pc:sldMk cId="2808922265" sldId="266"/>
            <ac:picMk id="4" creationId="{4BA2F229-6159-FA95-C15D-4CC399D385C1}"/>
          </ac:picMkLst>
        </pc:picChg>
        <pc:cxnChg chg="add">
          <ac:chgData name="Guest User" userId="" providerId="Windows Live" clId="Web-{E1CCD722-C477-4300-B7FD-95197884D9BB}" dt="2022-11-29T02:35:38.451" v="174"/>
          <ac:cxnSpMkLst>
            <pc:docMk/>
            <pc:sldMk cId="2808922265" sldId="266"/>
            <ac:cxnSpMk id="19" creationId="{A0A01F17-907D-3541-BBAF-A33828880DCE}"/>
          </ac:cxnSpMkLst>
        </pc:cxnChg>
      </pc:sldChg>
      <pc:sldChg chg="addSp delSp modSp new mod setBg">
        <pc:chgData name="Guest User" userId="" providerId="Windows Live" clId="Web-{E1CCD722-C477-4300-B7FD-95197884D9BB}" dt="2022-11-29T02:36:16.202" v="178"/>
        <pc:sldMkLst>
          <pc:docMk/>
          <pc:sldMk cId="75626113" sldId="267"/>
        </pc:sldMkLst>
        <pc:spChg chg="mod">
          <ac:chgData name="Guest User" userId="" providerId="Windows Live" clId="Web-{E1CCD722-C477-4300-B7FD-95197884D9BB}" dt="2022-11-29T02:36:16.202" v="178"/>
          <ac:spMkLst>
            <pc:docMk/>
            <pc:sldMk cId="75626113" sldId="267"/>
            <ac:spMk id="2" creationId="{BBF2F744-D1FE-3BC3-FE42-9FB1521056FF}"/>
          </ac:spMkLst>
        </pc:spChg>
        <pc:spChg chg="del">
          <ac:chgData name="Guest User" userId="" providerId="Windows Live" clId="Web-{E1CCD722-C477-4300-B7FD-95197884D9BB}" dt="2022-11-29T02:36:12.717" v="177"/>
          <ac:spMkLst>
            <pc:docMk/>
            <pc:sldMk cId="75626113" sldId="267"/>
            <ac:spMk id="3" creationId="{69A79619-DF86-DD07-8D1D-846BA3893D8D}"/>
          </ac:spMkLst>
        </pc:spChg>
        <pc:spChg chg="add">
          <ac:chgData name="Guest User" userId="" providerId="Windows Live" clId="Web-{E1CCD722-C477-4300-B7FD-95197884D9BB}" dt="2022-11-29T02:36:16.202" v="178"/>
          <ac:spMkLst>
            <pc:docMk/>
            <pc:sldMk cId="75626113" sldId="267"/>
            <ac:spMk id="8" creationId="{3DED0315-E049-FFC5-C001-04950771006C}"/>
          </ac:spMkLst>
        </pc:spChg>
        <pc:spChg chg="add">
          <ac:chgData name="Guest User" userId="" providerId="Windows Live" clId="Web-{E1CCD722-C477-4300-B7FD-95197884D9BB}" dt="2022-11-29T02:36:16.202" v="178"/>
          <ac:spMkLst>
            <pc:docMk/>
            <pc:sldMk cId="75626113" sldId="267"/>
            <ac:spMk id="11" creationId="{C7F2E4D6-EF46-1C43-8F3E-3620C3C83F36}"/>
          </ac:spMkLst>
        </pc:spChg>
        <pc:grpChg chg="add">
          <ac:chgData name="Guest User" userId="" providerId="Windows Live" clId="Web-{E1CCD722-C477-4300-B7FD-95197884D9BB}" dt="2022-11-29T02:36:16.202" v="178"/>
          <ac:grpSpMkLst>
            <pc:docMk/>
            <pc:sldMk cId="75626113" sldId="267"/>
            <ac:grpSpMk id="15" creationId="{0D40C408-1C95-CC45-87A7-61CE8B1F9362}"/>
          </ac:grpSpMkLst>
        </pc:grpChg>
        <pc:picChg chg="add mod ord">
          <ac:chgData name="Guest User" userId="" providerId="Windows Live" clId="Web-{E1CCD722-C477-4300-B7FD-95197884D9BB}" dt="2022-11-29T02:36:16.202" v="178"/>
          <ac:picMkLst>
            <pc:docMk/>
            <pc:sldMk cId="75626113" sldId="267"/>
            <ac:picMk id="4" creationId="{4A1C06F7-5FDB-25AC-DACB-9CE5EA0232E7}"/>
          </ac:picMkLst>
        </pc:picChg>
        <pc:cxnChg chg="add">
          <ac:chgData name="Guest User" userId="" providerId="Windows Live" clId="Web-{E1CCD722-C477-4300-B7FD-95197884D9BB}" dt="2022-11-29T02:36:16.202" v="178"/>
          <ac:cxnSpMkLst>
            <pc:docMk/>
            <pc:sldMk cId="75626113" sldId="267"/>
            <ac:cxnSpMk id="13" creationId="{BF3CF3DF-4809-5B42-9F22-981391379297}"/>
          </ac:cxnSpMkLst>
        </pc:cxnChg>
      </pc:sldChg>
      <pc:sldChg chg="addSp delSp modSp new mod setBg">
        <pc:chgData name="Guest User" userId="" providerId="Windows Live" clId="Web-{E1CCD722-C477-4300-B7FD-95197884D9BB}" dt="2022-11-29T02:37:24.470" v="191"/>
        <pc:sldMkLst>
          <pc:docMk/>
          <pc:sldMk cId="3040861833" sldId="268"/>
        </pc:sldMkLst>
        <pc:spChg chg="mod">
          <ac:chgData name="Guest User" userId="" providerId="Windows Live" clId="Web-{E1CCD722-C477-4300-B7FD-95197884D9BB}" dt="2022-11-29T02:37:24.470" v="191"/>
          <ac:spMkLst>
            <pc:docMk/>
            <pc:sldMk cId="3040861833" sldId="268"/>
            <ac:spMk id="2" creationId="{B04136B3-3F95-4BBC-9BF2-00BB52B267ED}"/>
          </ac:spMkLst>
        </pc:spChg>
        <pc:spChg chg="add del">
          <ac:chgData name="Guest User" userId="" providerId="Windows Live" clId="Web-{E1CCD722-C477-4300-B7FD-95197884D9BB}" dt="2022-11-29T02:37:01.875" v="186"/>
          <ac:spMkLst>
            <pc:docMk/>
            <pc:sldMk cId="3040861833" sldId="268"/>
            <ac:spMk id="3" creationId="{B3A5A638-9641-D098-DB33-4D16AC322572}"/>
          </ac:spMkLst>
        </pc:spChg>
        <pc:spChg chg="add del">
          <ac:chgData name="Guest User" userId="" providerId="Windows Live" clId="Web-{E1CCD722-C477-4300-B7FD-95197884D9BB}" dt="2022-11-29T02:37:11.032" v="188"/>
          <ac:spMkLst>
            <pc:docMk/>
            <pc:sldMk cId="3040861833" sldId="268"/>
            <ac:spMk id="22" creationId="{7984046E-0246-61C3-F017-EF0ABC5C27CF}"/>
          </ac:spMkLst>
        </pc:spChg>
        <pc:spChg chg="add del">
          <ac:chgData name="Guest User" userId="" providerId="Windows Live" clId="Web-{E1CCD722-C477-4300-B7FD-95197884D9BB}" dt="2022-11-29T02:37:11.032" v="188"/>
          <ac:spMkLst>
            <pc:docMk/>
            <pc:sldMk cId="3040861833" sldId="268"/>
            <ac:spMk id="25" creationId="{4EFE82FE-7465-AE46-88DF-34D347E83B84}"/>
          </ac:spMkLst>
        </pc:spChg>
        <pc:spChg chg="add del">
          <ac:chgData name="Guest User" userId="" providerId="Windows Live" clId="Web-{E1CCD722-C477-4300-B7FD-95197884D9BB}" dt="2022-11-29T02:37:24.470" v="190"/>
          <ac:spMkLst>
            <pc:docMk/>
            <pc:sldMk cId="3040861833" sldId="268"/>
            <ac:spMk id="35" creationId="{C7F2E4D6-EF46-1C43-8F3E-3620C3C83F36}"/>
          </ac:spMkLst>
        </pc:spChg>
        <pc:spChg chg="add del">
          <ac:chgData name="Guest User" userId="" providerId="Windows Live" clId="Web-{E1CCD722-C477-4300-B7FD-95197884D9BB}" dt="2022-11-29T02:37:24.470" v="190"/>
          <ac:spMkLst>
            <pc:docMk/>
            <pc:sldMk cId="3040861833" sldId="268"/>
            <ac:spMk id="37" creationId="{A88C4B89-8EEF-2C3F-9678-F1B12FCE517D}"/>
          </ac:spMkLst>
        </pc:spChg>
        <pc:spChg chg="add">
          <ac:chgData name="Guest User" userId="" providerId="Windows Live" clId="Web-{E1CCD722-C477-4300-B7FD-95197884D9BB}" dt="2022-11-29T02:37:24.470" v="191"/>
          <ac:spMkLst>
            <pc:docMk/>
            <pc:sldMk cId="3040861833" sldId="268"/>
            <ac:spMk id="40" creationId="{C7F2E4D6-EF46-1C43-8F3E-3620C3C83F36}"/>
          </ac:spMkLst>
        </pc:spChg>
        <pc:spChg chg="add">
          <ac:chgData name="Guest User" userId="" providerId="Windows Live" clId="Web-{E1CCD722-C477-4300-B7FD-95197884D9BB}" dt="2022-11-29T02:37:24.470" v="191"/>
          <ac:spMkLst>
            <pc:docMk/>
            <pc:sldMk cId="3040861833" sldId="268"/>
            <ac:spMk id="41" creationId="{9422EB18-CF7B-26EE-C050-8F296C214D82}"/>
          </ac:spMkLst>
        </pc:spChg>
        <pc:grpChg chg="add del">
          <ac:chgData name="Guest User" userId="" providerId="Windows Live" clId="Web-{E1CCD722-C477-4300-B7FD-95197884D9BB}" dt="2022-11-29T02:37:11.032" v="188"/>
          <ac:grpSpMkLst>
            <pc:docMk/>
            <pc:sldMk cId="3040861833" sldId="268"/>
            <ac:grpSpMk id="27" creationId="{1B5E71B3-7269-894E-A00B-31D341365FC9}"/>
          </ac:grpSpMkLst>
        </pc:grpChg>
        <pc:grpChg chg="add">
          <ac:chgData name="Guest User" userId="" providerId="Windows Live" clId="Web-{E1CCD722-C477-4300-B7FD-95197884D9BB}" dt="2022-11-29T02:37:24.470" v="191"/>
          <ac:grpSpMkLst>
            <pc:docMk/>
            <pc:sldMk cId="3040861833" sldId="268"/>
            <ac:grpSpMk id="29" creationId="{0D40C408-1C95-CC45-87A7-61CE8B1F9362}"/>
          </ac:grpSpMkLst>
        </pc:grpChg>
        <pc:grpChg chg="add del">
          <ac:chgData name="Guest User" userId="" providerId="Windows Live" clId="Web-{E1CCD722-C477-4300-B7FD-95197884D9BB}" dt="2022-11-29T02:37:24.470" v="190"/>
          <ac:grpSpMkLst>
            <pc:docMk/>
            <pc:sldMk cId="3040861833" sldId="268"/>
            <ac:grpSpMk id="36" creationId="{70EBDB1D-17AA-8140-B216-35CBA8C9E411}"/>
          </ac:grpSpMkLst>
        </pc:grpChg>
        <pc:graphicFrameChg chg="add del mod ord modGraphic">
          <ac:chgData name="Guest User" userId="" providerId="Windows Live" clId="Web-{E1CCD722-C477-4300-B7FD-95197884D9BB}" dt="2022-11-29T02:36:48.687" v="185"/>
          <ac:graphicFrameMkLst>
            <pc:docMk/>
            <pc:sldMk cId="3040861833" sldId="268"/>
            <ac:graphicFrameMk id="4" creationId="{9E0F1FB9-1776-C3A3-D3BB-34390D2FD8D4}"/>
          </ac:graphicFrameMkLst>
        </pc:graphicFrameChg>
        <pc:picChg chg="add del mod">
          <ac:chgData name="Guest User" userId="" providerId="Windows Live" clId="Web-{E1CCD722-C477-4300-B7FD-95197884D9BB}" dt="2022-11-29T02:36:47.765" v="184"/>
          <ac:picMkLst>
            <pc:docMk/>
            <pc:sldMk cId="3040861833" sldId="268"/>
            <ac:picMk id="11" creationId="{5932674F-D8E4-5912-EBF9-E62149EC4359}"/>
          </ac:picMkLst>
        </pc:picChg>
        <pc:picChg chg="add mod ord">
          <ac:chgData name="Guest User" userId="" providerId="Windows Live" clId="Web-{E1CCD722-C477-4300-B7FD-95197884D9BB}" dt="2022-11-29T02:37:24.470" v="191"/>
          <ac:picMkLst>
            <pc:docMk/>
            <pc:sldMk cId="3040861833" sldId="268"/>
            <ac:picMk id="18" creationId="{0E3772A8-34FF-5AA3-DE6C-2314B1450D22}"/>
          </ac:picMkLst>
        </pc:picChg>
        <pc:cxnChg chg="add del">
          <ac:chgData name="Guest User" userId="" providerId="Windows Live" clId="Web-{E1CCD722-C477-4300-B7FD-95197884D9BB}" dt="2022-11-29T02:37:11.032" v="188"/>
          <ac:cxnSpMkLst>
            <pc:docMk/>
            <pc:sldMk cId="3040861833" sldId="268"/>
            <ac:cxnSpMk id="33" creationId="{A0A01F17-907D-3541-BBAF-A33828880DCE}"/>
          </ac:cxnSpMkLst>
        </pc:cxnChg>
        <pc:cxnChg chg="add del">
          <ac:chgData name="Guest User" userId="" providerId="Windows Live" clId="Web-{E1CCD722-C477-4300-B7FD-95197884D9BB}" dt="2022-11-29T02:37:24.470" v="190"/>
          <ac:cxnSpMkLst>
            <pc:docMk/>
            <pc:sldMk cId="3040861833" sldId="268"/>
            <ac:cxnSpMk id="38" creationId="{BF3CF3DF-4809-5B42-9F22-981391379297}"/>
          </ac:cxnSpMkLst>
        </pc:cxnChg>
        <pc:cxnChg chg="add">
          <ac:chgData name="Guest User" userId="" providerId="Windows Live" clId="Web-{E1CCD722-C477-4300-B7FD-95197884D9BB}" dt="2022-11-29T02:37:24.470" v="191"/>
          <ac:cxnSpMkLst>
            <pc:docMk/>
            <pc:sldMk cId="3040861833" sldId="268"/>
            <ac:cxnSpMk id="42" creationId="{BF3CF3DF-4809-5B42-9F22-981391379297}"/>
          </ac:cxnSpMkLst>
        </pc:cxnChg>
      </pc:sldChg>
      <pc:sldChg chg="addSp delSp modSp new mod setBg">
        <pc:chgData name="Guest User" userId="" providerId="Windows Live" clId="Web-{E1CCD722-C477-4300-B7FD-95197884D9BB}" dt="2022-11-29T02:38:12.831" v="195"/>
        <pc:sldMkLst>
          <pc:docMk/>
          <pc:sldMk cId="1770982502" sldId="269"/>
        </pc:sldMkLst>
        <pc:spChg chg="mod">
          <ac:chgData name="Guest User" userId="" providerId="Windows Live" clId="Web-{E1CCD722-C477-4300-B7FD-95197884D9BB}" dt="2022-11-29T02:38:12.831" v="195"/>
          <ac:spMkLst>
            <pc:docMk/>
            <pc:sldMk cId="1770982502" sldId="269"/>
            <ac:spMk id="2" creationId="{D512EDB4-38BC-3414-A774-4FD4654DE974}"/>
          </ac:spMkLst>
        </pc:spChg>
        <pc:spChg chg="del">
          <ac:chgData name="Guest User" userId="" providerId="Windows Live" clId="Web-{E1CCD722-C477-4300-B7FD-95197884D9BB}" dt="2022-11-29T02:38:09.253" v="194"/>
          <ac:spMkLst>
            <pc:docMk/>
            <pc:sldMk cId="1770982502" sldId="269"/>
            <ac:spMk id="3" creationId="{C3C0C12A-DF4C-26E8-ADB3-D9782B2B3C55}"/>
          </ac:spMkLst>
        </pc:spChg>
        <pc:spChg chg="add">
          <ac:chgData name="Guest User" userId="" providerId="Windows Live" clId="Web-{E1CCD722-C477-4300-B7FD-95197884D9BB}" dt="2022-11-29T02:38:12.831" v="195"/>
          <ac:spMkLst>
            <pc:docMk/>
            <pc:sldMk cId="1770982502" sldId="269"/>
            <ac:spMk id="8" creationId="{56915819-B362-E361-479E-C5DEE4DE75D2}"/>
          </ac:spMkLst>
        </pc:spChg>
        <pc:spChg chg="add">
          <ac:chgData name="Guest User" userId="" providerId="Windows Live" clId="Web-{E1CCD722-C477-4300-B7FD-95197884D9BB}" dt="2022-11-29T02:38:12.831" v="195"/>
          <ac:spMkLst>
            <pc:docMk/>
            <pc:sldMk cId="1770982502" sldId="269"/>
            <ac:spMk id="11" creationId="{C7F2E4D6-EF46-1C43-8F3E-3620C3C83F36}"/>
          </ac:spMkLst>
        </pc:spChg>
        <pc:grpChg chg="add">
          <ac:chgData name="Guest User" userId="" providerId="Windows Live" clId="Web-{E1CCD722-C477-4300-B7FD-95197884D9BB}" dt="2022-11-29T02:38:12.831" v="195"/>
          <ac:grpSpMkLst>
            <pc:docMk/>
            <pc:sldMk cId="1770982502" sldId="269"/>
            <ac:grpSpMk id="15" creationId="{0D40C408-1C95-CC45-87A7-61CE8B1F9362}"/>
          </ac:grpSpMkLst>
        </pc:grpChg>
        <pc:picChg chg="add mod ord">
          <ac:chgData name="Guest User" userId="" providerId="Windows Live" clId="Web-{E1CCD722-C477-4300-B7FD-95197884D9BB}" dt="2022-11-29T02:38:12.831" v="195"/>
          <ac:picMkLst>
            <pc:docMk/>
            <pc:sldMk cId="1770982502" sldId="269"/>
            <ac:picMk id="4" creationId="{589591FB-E1A7-71F9-B8FF-0DA6C8F46B7F}"/>
          </ac:picMkLst>
        </pc:picChg>
        <pc:cxnChg chg="add">
          <ac:chgData name="Guest User" userId="" providerId="Windows Live" clId="Web-{E1CCD722-C477-4300-B7FD-95197884D9BB}" dt="2022-11-29T02:38:12.831" v="195"/>
          <ac:cxnSpMkLst>
            <pc:docMk/>
            <pc:sldMk cId="1770982502" sldId="269"/>
            <ac:cxnSpMk id="13" creationId="{BF3CF3DF-4809-5B42-9F22-981391379297}"/>
          </ac:cxnSpMkLst>
        </pc:cxnChg>
      </pc:sldChg>
      <pc:sldChg chg="addSp delSp modSp new mod setBg">
        <pc:chgData name="Guest User" userId="" providerId="Windows Live" clId="Web-{E1CCD722-C477-4300-B7FD-95197884D9BB}" dt="2022-11-29T02:38:56.879" v="200"/>
        <pc:sldMkLst>
          <pc:docMk/>
          <pc:sldMk cId="806809924" sldId="270"/>
        </pc:sldMkLst>
        <pc:spChg chg="mod">
          <ac:chgData name="Guest User" userId="" providerId="Windows Live" clId="Web-{E1CCD722-C477-4300-B7FD-95197884D9BB}" dt="2022-11-29T02:38:56.879" v="200"/>
          <ac:spMkLst>
            <pc:docMk/>
            <pc:sldMk cId="806809924" sldId="270"/>
            <ac:spMk id="2" creationId="{BE46B322-D2E0-0121-E695-8607E43F0E5B}"/>
          </ac:spMkLst>
        </pc:spChg>
        <pc:spChg chg="del">
          <ac:chgData name="Guest User" userId="" providerId="Windows Live" clId="Web-{E1CCD722-C477-4300-B7FD-95197884D9BB}" dt="2022-11-29T02:38:53.379" v="199"/>
          <ac:spMkLst>
            <pc:docMk/>
            <pc:sldMk cId="806809924" sldId="270"/>
            <ac:spMk id="3" creationId="{E9C0E693-94A4-6FDF-4919-380EC2DBCA4A}"/>
          </ac:spMkLst>
        </pc:spChg>
        <pc:spChg chg="add">
          <ac:chgData name="Guest User" userId="" providerId="Windows Live" clId="Web-{E1CCD722-C477-4300-B7FD-95197884D9BB}" dt="2022-11-29T02:38:56.879" v="200"/>
          <ac:spMkLst>
            <pc:docMk/>
            <pc:sldMk cId="806809924" sldId="270"/>
            <ac:spMk id="8" creationId="{101F8ABD-01B0-7529-91D0-8C5077611B43}"/>
          </ac:spMkLst>
        </pc:spChg>
        <pc:spChg chg="add">
          <ac:chgData name="Guest User" userId="" providerId="Windows Live" clId="Web-{E1CCD722-C477-4300-B7FD-95197884D9BB}" dt="2022-11-29T02:38:56.879" v="200"/>
          <ac:spMkLst>
            <pc:docMk/>
            <pc:sldMk cId="806809924" sldId="270"/>
            <ac:spMk id="11" creationId="{4EFE82FE-7465-AE46-88DF-34D347E83B84}"/>
          </ac:spMkLst>
        </pc:spChg>
        <pc:grpChg chg="add">
          <ac:chgData name="Guest User" userId="" providerId="Windows Live" clId="Web-{E1CCD722-C477-4300-B7FD-95197884D9BB}" dt="2022-11-29T02:38:56.879" v="200"/>
          <ac:grpSpMkLst>
            <pc:docMk/>
            <pc:sldMk cId="806809924" sldId="270"/>
            <ac:grpSpMk id="13" creationId="{1B5E71B3-7269-894E-A00B-31D341365FC9}"/>
          </ac:grpSpMkLst>
        </pc:grpChg>
        <pc:picChg chg="add mod ord">
          <ac:chgData name="Guest User" userId="" providerId="Windows Live" clId="Web-{E1CCD722-C477-4300-B7FD-95197884D9BB}" dt="2022-11-29T02:38:56.879" v="200"/>
          <ac:picMkLst>
            <pc:docMk/>
            <pc:sldMk cId="806809924" sldId="270"/>
            <ac:picMk id="4" creationId="{37B3A32F-2282-3A96-CD85-258E43003332}"/>
          </ac:picMkLst>
        </pc:picChg>
        <pc:cxnChg chg="add">
          <ac:chgData name="Guest User" userId="" providerId="Windows Live" clId="Web-{E1CCD722-C477-4300-B7FD-95197884D9BB}" dt="2022-11-29T02:38:56.879" v="200"/>
          <ac:cxnSpMkLst>
            <pc:docMk/>
            <pc:sldMk cId="806809924" sldId="270"/>
            <ac:cxnSpMk id="19" creationId="{A0A01F17-907D-3541-BBAF-A33828880DCE}"/>
          </ac:cxnSpMkLst>
        </pc:cxnChg>
      </pc:sldChg>
      <pc:sldChg chg="addSp delSp modSp new mod setBg">
        <pc:chgData name="Guest User" userId="" providerId="Windows Live" clId="Web-{E1CCD722-C477-4300-B7FD-95197884D9BB}" dt="2022-11-30T21:40:32.117" v="270" actId="20577"/>
        <pc:sldMkLst>
          <pc:docMk/>
          <pc:sldMk cId="3949215219" sldId="271"/>
        </pc:sldMkLst>
        <pc:spChg chg="mod">
          <ac:chgData name="Guest User" userId="" providerId="Windows Live" clId="Web-{E1CCD722-C477-4300-B7FD-95197884D9BB}" dt="2022-11-29T02:39:32.958" v="204"/>
          <ac:spMkLst>
            <pc:docMk/>
            <pc:sldMk cId="3949215219" sldId="271"/>
            <ac:spMk id="2" creationId="{7C263120-CA07-073B-9585-821BEB61FD8F}"/>
          </ac:spMkLst>
        </pc:spChg>
        <pc:spChg chg="del">
          <ac:chgData name="Guest User" userId="" providerId="Windows Live" clId="Web-{E1CCD722-C477-4300-B7FD-95197884D9BB}" dt="2022-11-29T02:39:29.505" v="203"/>
          <ac:spMkLst>
            <pc:docMk/>
            <pc:sldMk cId="3949215219" sldId="271"/>
            <ac:spMk id="3" creationId="{F17CD288-F215-7670-F5FC-5DA570BCE65B}"/>
          </ac:spMkLst>
        </pc:spChg>
        <pc:spChg chg="add mod">
          <ac:chgData name="Guest User" userId="" providerId="Windows Live" clId="Web-{E1CCD722-C477-4300-B7FD-95197884D9BB}" dt="2022-11-30T21:40:32.117" v="270" actId="20577"/>
          <ac:spMkLst>
            <pc:docMk/>
            <pc:sldMk cId="3949215219" sldId="271"/>
            <ac:spMk id="8" creationId="{C911EBA3-B0A9-81EA-9894-4BC869AE86B8}"/>
          </ac:spMkLst>
        </pc:spChg>
        <pc:spChg chg="add">
          <ac:chgData name="Guest User" userId="" providerId="Windows Live" clId="Web-{E1CCD722-C477-4300-B7FD-95197884D9BB}" dt="2022-11-29T02:39:32.958" v="204"/>
          <ac:spMkLst>
            <pc:docMk/>
            <pc:sldMk cId="3949215219" sldId="271"/>
            <ac:spMk id="11" creationId="{C7F2E4D6-EF46-1C43-8F3E-3620C3C83F36}"/>
          </ac:spMkLst>
        </pc:spChg>
        <pc:grpChg chg="add">
          <ac:chgData name="Guest User" userId="" providerId="Windows Live" clId="Web-{E1CCD722-C477-4300-B7FD-95197884D9BB}" dt="2022-11-29T02:39:32.958" v="204"/>
          <ac:grpSpMkLst>
            <pc:docMk/>
            <pc:sldMk cId="3949215219" sldId="271"/>
            <ac:grpSpMk id="15" creationId="{0D40C408-1C95-CC45-87A7-61CE8B1F9362}"/>
          </ac:grpSpMkLst>
        </pc:grpChg>
        <pc:picChg chg="add mod ord">
          <ac:chgData name="Guest User" userId="" providerId="Windows Live" clId="Web-{E1CCD722-C477-4300-B7FD-95197884D9BB}" dt="2022-11-29T02:39:32.958" v="204"/>
          <ac:picMkLst>
            <pc:docMk/>
            <pc:sldMk cId="3949215219" sldId="271"/>
            <ac:picMk id="4" creationId="{B80355BA-A4FF-D4B6-CC8F-AD5EF2FC6AC9}"/>
          </ac:picMkLst>
        </pc:picChg>
        <pc:cxnChg chg="add">
          <ac:chgData name="Guest User" userId="" providerId="Windows Live" clId="Web-{E1CCD722-C477-4300-B7FD-95197884D9BB}" dt="2022-11-29T02:39:32.958" v="204"/>
          <ac:cxnSpMkLst>
            <pc:docMk/>
            <pc:sldMk cId="3949215219" sldId="271"/>
            <ac:cxnSpMk id="13" creationId="{BF3CF3DF-4809-5B42-9F22-981391379297}"/>
          </ac:cxnSpMkLst>
        </pc:cxnChg>
      </pc:sldChg>
      <pc:sldChg chg="new">
        <pc:chgData name="Guest User" userId="" providerId="Windows Live" clId="Web-{E1CCD722-C477-4300-B7FD-95197884D9BB}" dt="2022-11-29T02:39:38.365" v="205"/>
        <pc:sldMkLst>
          <pc:docMk/>
          <pc:sldMk cId="3735306677" sldId="272"/>
        </pc:sldMkLst>
      </pc:sldChg>
    </pc:docChg>
  </pc:docChgLst>
  <pc:docChgLst>
    <pc:chgData name="Guest User" providerId="Windows Live" clId="Web-{F43CBAD6-26E1-4998-8859-8507BB56B378}"/>
    <pc:docChg chg="modSld">
      <pc:chgData name="Guest User" userId="" providerId="Windows Live" clId="Web-{F43CBAD6-26E1-4998-8859-8507BB56B378}" dt="2022-12-01T16:14:42.298" v="2031" actId="14100"/>
      <pc:docMkLst>
        <pc:docMk/>
      </pc:docMkLst>
      <pc:sldChg chg="modSp">
        <pc:chgData name="Guest User" userId="" providerId="Windows Live" clId="Web-{F43CBAD6-26E1-4998-8859-8507BB56B378}" dt="2022-12-01T00:24:47.905" v="328" actId="20577"/>
        <pc:sldMkLst>
          <pc:docMk/>
          <pc:sldMk cId="2707866632" sldId="261"/>
        </pc:sldMkLst>
        <pc:spChg chg="mod">
          <ac:chgData name="Guest User" userId="" providerId="Windows Live" clId="Web-{F43CBAD6-26E1-4998-8859-8507BB56B378}" dt="2022-12-01T00:14:08.262" v="86" actId="20577"/>
          <ac:spMkLst>
            <pc:docMk/>
            <pc:sldMk cId="2707866632" sldId="261"/>
            <ac:spMk id="2" creationId="{5BF40B1F-97EC-5715-AC0A-4757F64F3846}"/>
          </ac:spMkLst>
        </pc:spChg>
        <pc:spChg chg="mod">
          <ac:chgData name="Guest User" userId="" providerId="Windows Live" clId="Web-{F43CBAD6-26E1-4998-8859-8507BB56B378}" dt="2022-12-01T00:24:47.905" v="328" actId="20577"/>
          <ac:spMkLst>
            <pc:docMk/>
            <pc:sldMk cId="2707866632" sldId="261"/>
            <ac:spMk id="167" creationId="{132B40CE-2911-7CA6-DCA0-1950AD28D45A}"/>
          </ac:spMkLst>
        </pc:spChg>
      </pc:sldChg>
      <pc:sldChg chg="addSp delSp modSp">
        <pc:chgData name="Guest User" userId="" providerId="Windows Live" clId="Web-{F43CBAD6-26E1-4998-8859-8507BB56B378}" dt="2022-12-01T00:54:59.201" v="637" actId="20577"/>
        <pc:sldMkLst>
          <pc:docMk/>
          <pc:sldMk cId="1155740690" sldId="263"/>
        </pc:sldMkLst>
        <pc:spChg chg="mod">
          <ac:chgData name="Guest User" userId="" providerId="Windows Live" clId="Web-{F43CBAD6-26E1-4998-8859-8507BB56B378}" dt="2022-12-01T00:54:59.201" v="637" actId="20577"/>
          <ac:spMkLst>
            <pc:docMk/>
            <pc:sldMk cId="1155740690" sldId="263"/>
            <ac:spMk id="2" creationId="{2F052C35-58BC-B3BC-AC1C-7386B5D4AEF6}"/>
          </ac:spMkLst>
        </pc:spChg>
        <pc:spChg chg="mod">
          <ac:chgData name="Guest User" userId="" providerId="Windows Live" clId="Web-{F43CBAD6-26E1-4998-8859-8507BB56B378}" dt="2022-12-01T00:25:44.406" v="333"/>
          <ac:spMkLst>
            <pc:docMk/>
            <pc:sldMk cId="1155740690" sldId="263"/>
            <ac:spMk id="8" creationId="{B85DE3DF-2C2F-C072-4AEA-5C74BC1AE91F}"/>
          </ac:spMkLst>
        </pc:spChg>
        <pc:spChg chg="add del mod">
          <ac:chgData name="Guest User" userId="" providerId="Windows Live" clId="Web-{F43CBAD6-26E1-4998-8859-8507BB56B378}" dt="2022-12-01T00:49:42.518" v="378" actId="20577"/>
          <ac:spMkLst>
            <pc:docMk/>
            <pc:sldMk cId="1155740690" sldId="263"/>
            <ac:spMk id="11" creationId="{4EFE82FE-7465-AE46-88DF-34D347E83B84}"/>
          </ac:spMkLst>
        </pc:spChg>
        <pc:spChg chg="add del">
          <ac:chgData name="Guest User" userId="" providerId="Windows Live" clId="Web-{F43CBAD6-26E1-4998-8859-8507BB56B378}" dt="2022-12-01T00:25:32.031" v="331"/>
          <ac:spMkLst>
            <pc:docMk/>
            <pc:sldMk cId="1155740690" sldId="263"/>
            <ac:spMk id="24" creationId="{4EFE82FE-7465-AE46-88DF-34D347E83B84}"/>
          </ac:spMkLst>
        </pc:spChg>
        <pc:spChg chg="add del">
          <ac:chgData name="Guest User" userId="" providerId="Windows Live" clId="Web-{F43CBAD6-26E1-4998-8859-8507BB56B378}" dt="2022-12-01T00:25:44.406" v="333"/>
          <ac:spMkLst>
            <pc:docMk/>
            <pc:sldMk cId="1155740690" sldId="263"/>
            <ac:spMk id="34" creationId="{C7F2E4D6-EF46-1C43-8F3E-3620C3C83F36}"/>
          </ac:spMkLst>
        </pc:spChg>
        <pc:grpChg chg="add del">
          <ac:chgData name="Guest User" userId="" providerId="Windows Live" clId="Web-{F43CBAD6-26E1-4998-8859-8507BB56B378}" dt="2022-12-01T00:25:44.406" v="333"/>
          <ac:grpSpMkLst>
            <pc:docMk/>
            <pc:sldMk cId="1155740690" sldId="263"/>
            <ac:grpSpMk id="13" creationId="{1B5E71B3-7269-894E-A00B-31D341365FC9}"/>
          </ac:grpSpMkLst>
        </pc:grpChg>
        <pc:grpChg chg="add del">
          <ac:chgData name="Guest User" userId="" providerId="Windows Live" clId="Web-{F43CBAD6-26E1-4998-8859-8507BB56B378}" dt="2022-12-01T00:25:32.031" v="331"/>
          <ac:grpSpMkLst>
            <pc:docMk/>
            <pc:sldMk cId="1155740690" sldId="263"/>
            <ac:grpSpMk id="26" creationId="{1B5E71B3-7269-894E-A00B-31D341365FC9}"/>
          </ac:grpSpMkLst>
        </pc:grpChg>
        <pc:grpChg chg="add del">
          <ac:chgData name="Guest User" userId="" providerId="Windows Live" clId="Web-{F43CBAD6-26E1-4998-8859-8507BB56B378}" dt="2022-12-01T00:25:44.406" v="333"/>
          <ac:grpSpMkLst>
            <pc:docMk/>
            <pc:sldMk cId="1155740690" sldId="263"/>
            <ac:grpSpMk id="28" creationId="{0D40C408-1C95-CC45-87A7-61CE8B1F9362}"/>
          </ac:grpSpMkLst>
        </pc:grpChg>
        <pc:picChg chg="mod">
          <ac:chgData name="Guest User" userId="" providerId="Windows Live" clId="Web-{F43CBAD6-26E1-4998-8859-8507BB56B378}" dt="2022-12-01T00:25:44.406" v="333"/>
          <ac:picMkLst>
            <pc:docMk/>
            <pc:sldMk cId="1155740690" sldId="263"/>
            <ac:picMk id="4" creationId="{471E7499-EEDE-6645-0ACA-9B4EDD942409}"/>
          </ac:picMkLst>
        </pc:picChg>
        <pc:cxnChg chg="add del">
          <ac:chgData name="Guest User" userId="" providerId="Windows Live" clId="Web-{F43CBAD6-26E1-4998-8859-8507BB56B378}" dt="2022-12-01T00:25:44.406" v="333"/>
          <ac:cxnSpMkLst>
            <pc:docMk/>
            <pc:sldMk cId="1155740690" sldId="263"/>
            <ac:cxnSpMk id="19" creationId="{A0A01F17-907D-3541-BBAF-A33828880DCE}"/>
          </ac:cxnSpMkLst>
        </pc:cxnChg>
        <pc:cxnChg chg="add del">
          <ac:chgData name="Guest User" userId="" providerId="Windows Live" clId="Web-{F43CBAD6-26E1-4998-8859-8507BB56B378}" dt="2022-12-01T00:25:32.031" v="331"/>
          <ac:cxnSpMkLst>
            <pc:docMk/>
            <pc:sldMk cId="1155740690" sldId="263"/>
            <ac:cxnSpMk id="32" creationId="{A0A01F17-907D-3541-BBAF-A33828880DCE}"/>
          </ac:cxnSpMkLst>
        </pc:cxnChg>
        <pc:cxnChg chg="add del">
          <ac:chgData name="Guest User" userId="" providerId="Windows Live" clId="Web-{F43CBAD6-26E1-4998-8859-8507BB56B378}" dt="2022-12-01T00:25:44.406" v="333"/>
          <ac:cxnSpMkLst>
            <pc:docMk/>
            <pc:sldMk cId="1155740690" sldId="263"/>
            <ac:cxnSpMk id="36" creationId="{BF3CF3DF-4809-5B42-9F22-981391379297}"/>
          </ac:cxnSpMkLst>
        </pc:cxnChg>
      </pc:sldChg>
      <pc:sldChg chg="modSp">
        <pc:chgData name="Guest User" userId="" providerId="Windows Live" clId="Web-{F43CBAD6-26E1-4998-8859-8507BB56B378}" dt="2022-12-01T00:56:00.719" v="712" actId="20577"/>
        <pc:sldMkLst>
          <pc:docMk/>
          <pc:sldMk cId="3771970641" sldId="264"/>
        </pc:sldMkLst>
        <pc:spChg chg="mod">
          <ac:chgData name="Guest User" userId="" providerId="Windows Live" clId="Web-{F43CBAD6-26E1-4998-8859-8507BB56B378}" dt="2022-12-01T00:56:00.719" v="712" actId="20577"/>
          <ac:spMkLst>
            <pc:docMk/>
            <pc:sldMk cId="3771970641" sldId="264"/>
            <ac:spMk id="8" creationId="{FD7867F5-5B47-62CE-DE73-1C06320D147A}"/>
          </ac:spMkLst>
        </pc:spChg>
      </pc:sldChg>
      <pc:sldChg chg="modSp">
        <pc:chgData name="Guest User" userId="" providerId="Windows Live" clId="Web-{F43CBAD6-26E1-4998-8859-8507BB56B378}" dt="2022-12-01T01:03:42.892" v="942" actId="20577"/>
        <pc:sldMkLst>
          <pc:docMk/>
          <pc:sldMk cId="761928941" sldId="265"/>
        </pc:sldMkLst>
        <pc:spChg chg="mod">
          <ac:chgData name="Guest User" userId="" providerId="Windows Live" clId="Web-{F43CBAD6-26E1-4998-8859-8507BB56B378}" dt="2022-12-01T01:03:42.892" v="942" actId="20577"/>
          <ac:spMkLst>
            <pc:docMk/>
            <pc:sldMk cId="761928941" sldId="265"/>
            <ac:spMk id="23" creationId="{5342DC87-F7FF-669C-AEA2-DC29F64562E8}"/>
          </ac:spMkLst>
        </pc:spChg>
      </pc:sldChg>
      <pc:sldChg chg="addSp delSp modSp">
        <pc:chgData name="Guest User" userId="" providerId="Windows Live" clId="Web-{F43CBAD6-26E1-4998-8859-8507BB56B378}" dt="2022-12-01T16:14:42.298" v="2031" actId="14100"/>
        <pc:sldMkLst>
          <pc:docMk/>
          <pc:sldMk cId="75626113" sldId="267"/>
        </pc:sldMkLst>
        <pc:spChg chg="mod">
          <ac:chgData name="Guest User" userId="" providerId="Windows Live" clId="Web-{F43CBAD6-26E1-4998-8859-8507BB56B378}" dt="2022-12-01T01:04:33.519" v="1014" actId="20577"/>
          <ac:spMkLst>
            <pc:docMk/>
            <pc:sldMk cId="75626113" sldId="267"/>
            <ac:spMk id="8" creationId="{3DED0315-E049-FFC5-C001-04950771006C}"/>
          </ac:spMkLst>
        </pc:spChg>
        <pc:picChg chg="mod">
          <ac:chgData name="Guest User" userId="" providerId="Windows Live" clId="Web-{F43CBAD6-26E1-4998-8859-8507BB56B378}" dt="2022-12-01T16:14:42.298" v="2031" actId="14100"/>
          <ac:picMkLst>
            <pc:docMk/>
            <pc:sldMk cId="75626113" sldId="267"/>
            <ac:picMk id="4" creationId="{4A1C06F7-5FDB-25AC-DACB-9CE5EA0232E7}"/>
          </ac:picMkLst>
        </pc:picChg>
        <pc:picChg chg="add del mod">
          <ac:chgData name="Guest User" userId="" providerId="Windows Live" clId="Web-{F43CBAD6-26E1-4998-8859-8507BB56B378}" dt="2022-12-01T16:14:31.314" v="2027"/>
          <ac:picMkLst>
            <pc:docMk/>
            <pc:sldMk cId="75626113" sldId="267"/>
            <ac:picMk id="6" creationId="{D9B36554-65F6-29D6-507C-EA4808BE7F5A}"/>
          </ac:picMkLst>
        </pc:picChg>
      </pc:sldChg>
      <pc:sldChg chg="modSp">
        <pc:chgData name="Guest User" userId="" providerId="Windows Live" clId="Web-{F43CBAD6-26E1-4998-8859-8507BB56B378}" dt="2022-12-01T01:08:07.823" v="1170" actId="20577"/>
        <pc:sldMkLst>
          <pc:docMk/>
          <pc:sldMk cId="3040861833" sldId="268"/>
        </pc:sldMkLst>
        <pc:spChg chg="mod">
          <ac:chgData name="Guest User" userId="" providerId="Windows Live" clId="Web-{F43CBAD6-26E1-4998-8859-8507BB56B378}" dt="2022-12-01T01:08:07.823" v="1170" actId="20577"/>
          <ac:spMkLst>
            <pc:docMk/>
            <pc:sldMk cId="3040861833" sldId="268"/>
            <ac:spMk id="41" creationId="{9422EB18-CF7B-26EE-C050-8F296C214D82}"/>
          </ac:spMkLst>
        </pc:spChg>
      </pc:sldChg>
      <pc:sldChg chg="modSp">
        <pc:chgData name="Guest User" userId="" providerId="Windows Live" clId="Web-{F43CBAD6-26E1-4998-8859-8507BB56B378}" dt="2022-12-01T01:09:46.546" v="1290" actId="20577"/>
        <pc:sldMkLst>
          <pc:docMk/>
          <pc:sldMk cId="1770982502" sldId="269"/>
        </pc:sldMkLst>
        <pc:spChg chg="mod">
          <ac:chgData name="Guest User" userId="" providerId="Windows Live" clId="Web-{F43CBAD6-26E1-4998-8859-8507BB56B378}" dt="2022-12-01T01:09:46.546" v="1290" actId="20577"/>
          <ac:spMkLst>
            <pc:docMk/>
            <pc:sldMk cId="1770982502" sldId="269"/>
            <ac:spMk id="8" creationId="{56915819-B362-E361-479E-C5DEE4DE75D2}"/>
          </ac:spMkLst>
        </pc:spChg>
      </pc:sldChg>
      <pc:sldChg chg="modSp">
        <pc:chgData name="Guest User" userId="" providerId="Windows Live" clId="Web-{F43CBAD6-26E1-4998-8859-8507BB56B378}" dt="2022-12-01T01:13:00.631" v="1386" actId="20577"/>
        <pc:sldMkLst>
          <pc:docMk/>
          <pc:sldMk cId="806809924" sldId="270"/>
        </pc:sldMkLst>
        <pc:spChg chg="mod">
          <ac:chgData name="Guest User" userId="" providerId="Windows Live" clId="Web-{F43CBAD6-26E1-4998-8859-8507BB56B378}" dt="2022-12-01T01:13:00.631" v="1386" actId="20577"/>
          <ac:spMkLst>
            <pc:docMk/>
            <pc:sldMk cId="806809924" sldId="270"/>
            <ac:spMk id="8" creationId="{101F8ABD-01B0-7529-91D0-8C5077611B43}"/>
          </ac:spMkLst>
        </pc:spChg>
      </pc:sldChg>
      <pc:sldChg chg="modSp">
        <pc:chgData name="Guest User" userId="" providerId="Windows Live" clId="Web-{F43CBAD6-26E1-4998-8859-8507BB56B378}" dt="2022-12-01T01:48:52.318" v="1704" actId="20577"/>
        <pc:sldMkLst>
          <pc:docMk/>
          <pc:sldMk cId="3735306677" sldId="272"/>
        </pc:sldMkLst>
        <pc:spChg chg="mod">
          <ac:chgData name="Guest User" userId="" providerId="Windows Live" clId="Web-{F43CBAD6-26E1-4998-8859-8507BB56B378}" dt="2022-12-01T01:48:52.318" v="1704" actId="20577"/>
          <ac:spMkLst>
            <pc:docMk/>
            <pc:sldMk cId="3735306677" sldId="272"/>
            <ac:spMk id="23" creationId="{E4C3F7D7-9B97-D1FB-A4D7-9F10C6393D5A}"/>
          </ac:spMkLst>
        </pc:spChg>
      </pc:sldChg>
      <pc:sldChg chg="modSp">
        <pc:chgData name="Guest User" userId="" providerId="Windows Live" clId="Web-{F43CBAD6-26E1-4998-8859-8507BB56B378}" dt="2022-12-01T02:05:19.447" v="1887" actId="20577"/>
        <pc:sldMkLst>
          <pc:docMk/>
          <pc:sldMk cId="3349016704" sldId="275"/>
        </pc:sldMkLst>
        <pc:spChg chg="mod">
          <ac:chgData name="Guest User" userId="" providerId="Windows Live" clId="Web-{F43CBAD6-26E1-4998-8859-8507BB56B378}" dt="2022-12-01T02:04:18.695" v="1880" actId="14100"/>
          <ac:spMkLst>
            <pc:docMk/>
            <pc:sldMk cId="3349016704" sldId="275"/>
            <ac:spMk id="2" creationId="{D90215E5-4ABF-34E1-0293-146170EDB968}"/>
          </ac:spMkLst>
        </pc:spChg>
        <pc:spChg chg="mod">
          <ac:chgData name="Guest User" userId="" providerId="Windows Live" clId="Web-{F43CBAD6-26E1-4998-8859-8507BB56B378}" dt="2022-12-01T02:05:19.447" v="1887" actId="20577"/>
          <ac:spMkLst>
            <pc:docMk/>
            <pc:sldMk cId="3349016704" sldId="275"/>
            <ac:spMk id="23" creationId="{2A75D386-C1C9-82E1-BB1B-0EFE238C586D}"/>
          </ac:spMkLst>
        </pc:spChg>
      </pc:sldChg>
      <pc:sldChg chg="addSp delSp modSp mod setBg">
        <pc:chgData name="Guest User" userId="" providerId="Windows Live" clId="Web-{F43CBAD6-26E1-4998-8859-8507BB56B378}" dt="2022-12-01T01:54:45.815" v="1767" actId="20577"/>
        <pc:sldMkLst>
          <pc:docMk/>
          <pc:sldMk cId="2125533447" sldId="277"/>
        </pc:sldMkLst>
        <pc:spChg chg="mod">
          <ac:chgData name="Guest User" userId="" providerId="Windows Live" clId="Web-{F43CBAD6-26E1-4998-8859-8507BB56B378}" dt="2022-12-01T01:51:54.325" v="1707"/>
          <ac:spMkLst>
            <pc:docMk/>
            <pc:sldMk cId="2125533447" sldId="277"/>
            <ac:spMk id="2" creationId="{F2817E2B-FD62-6C1A-CE83-8C0F4F8FC345}"/>
          </ac:spMkLst>
        </pc:spChg>
        <pc:spChg chg="del">
          <ac:chgData name="Guest User" userId="" providerId="Windows Live" clId="Web-{F43CBAD6-26E1-4998-8859-8507BB56B378}" dt="2022-12-01T01:51:38.871" v="1705"/>
          <ac:spMkLst>
            <pc:docMk/>
            <pc:sldMk cId="2125533447" sldId="277"/>
            <ac:spMk id="3" creationId="{65664504-9F3E-A071-D028-913E57BF75CF}"/>
          </ac:spMkLst>
        </pc:spChg>
        <pc:spChg chg="add del">
          <ac:chgData name="Guest User" userId="" providerId="Windows Live" clId="Web-{F43CBAD6-26E1-4998-8859-8507BB56B378}" dt="2022-12-01T01:52:43.561" v="1709"/>
          <ac:spMkLst>
            <pc:docMk/>
            <pc:sldMk cId="2125533447" sldId="277"/>
            <ac:spMk id="8" creationId="{AB5A1D88-9BB0-281A-0E0D-57E85FE33422}"/>
          </ac:spMkLst>
        </pc:spChg>
        <pc:spChg chg="add del">
          <ac:chgData name="Guest User" userId="" providerId="Windows Live" clId="Web-{F43CBAD6-26E1-4998-8859-8507BB56B378}" dt="2022-12-01T01:52:50.639" v="1711"/>
          <ac:spMkLst>
            <pc:docMk/>
            <pc:sldMk cId="2125533447" sldId="277"/>
            <ac:spMk id="11" creationId="{C7F2E4D6-EF46-1C43-8F3E-3620C3C83F36}"/>
          </ac:spMkLst>
        </pc:spChg>
        <pc:spChg chg="add mod">
          <ac:chgData name="Guest User" userId="" providerId="Windows Live" clId="Web-{F43CBAD6-26E1-4998-8859-8507BB56B378}" dt="2022-12-01T01:54:45.815" v="1767" actId="20577"/>
          <ac:spMkLst>
            <pc:docMk/>
            <pc:sldMk cId="2125533447" sldId="277"/>
            <ac:spMk id="23" creationId="{714B6940-80EB-3F96-BFA3-F23D3D8A710C}"/>
          </ac:spMkLst>
        </pc:spChg>
        <pc:spChg chg="add">
          <ac:chgData name="Guest User" userId="" providerId="Windows Live" clId="Web-{F43CBAD6-26E1-4998-8859-8507BB56B378}" dt="2022-12-01T01:52:50.639" v="1711"/>
          <ac:spMkLst>
            <pc:docMk/>
            <pc:sldMk cId="2125533447" sldId="277"/>
            <ac:spMk id="26" creationId="{C7F2E4D6-EF46-1C43-8F3E-3620C3C83F36}"/>
          </ac:spMkLst>
        </pc:spChg>
        <pc:grpChg chg="add del">
          <ac:chgData name="Guest User" userId="" providerId="Windows Live" clId="Web-{F43CBAD6-26E1-4998-8859-8507BB56B378}" dt="2022-12-01T01:52:50.639" v="1711"/>
          <ac:grpSpMkLst>
            <pc:docMk/>
            <pc:sldMk cId="2125533447" sldId="277"/>
            <ac:grpSpMk id="13" creationId="{05ADD15B-C747-D340-BF8A-A1DD2A6A9324}"/>
          </ac:grpSpMkLst>
        </pc:grpChg>
        <pc:grpChg chg="add">
          <ac:chgData name="Guest User" userId="" providerId="Windows Live" clId="Web-{F43CBAD6-26E1-4998-8859-8507BB56B378}" dt="2022-12-01T01:52:50.639" v="1711"/>
          <ac:grpSpMkLst>
            <pc:docMk/>
            <pc:sldMk cId="2125533447" sldId="277"/>
            <ac:grpSpMk id="28" creationId="{05ADD15B-C747-D340-BF8A-A1DD2A6A9324}"/>
          </ac:grpSpMkLst>
        </pc:grpChg>
        <pc:picChg chg="add del mod ord">
          <ac:chgData name="Guest User" userId="" providerId="Windows Live" clId="Web-{F43CBAD6-26E1-4998-8859-8507BB56B378}" dt="2022-12-01T01:52:22.779" v="1708"/>
          <ac:picMkLst>
            <pc:docMk/>
            <pc:sldMk cId="2125533447" sldId="277"/>
            <ac:picMk id="4" creationId="{0CAE69C2-284F-4455-A16C-CD226B2374C1}"/>
          </ac:picMkLst>
        </pc:picChg>
        <pc:picChg chg="add mod ord">
          <ac:chgData name="Guest User" userId="" providerId="Windows Live" clId="Web-{F43CBAD6-26E1-4998-8859-8507BB56B378}" dt="2022-12-01T01:53:45.282" v="1717" actId="1076"/>
          <ac:picMkLst>
            <pc:docMk/>
            <pc:sldMk cId="2125533447" sldId="277"/>
            <ac:picMk id="5" creationId="{8EFB3FF0-F5B6-8D9A-5F27-94816C3062BD}"/>
          </ac:picMkLst>
        </pc:picChg>
        <pc:cxnChg chg="add del">
          <ac:chgData name="Guest User" userId="" providerId="Windows Live" clId="Web-{F43CBAD6-26E1-4998-8859-8507BB56B378}" dt="2022-12-01T01:52:50.639" v="1711"/>
          <ac:cxnSpMkLst>
            <pc:docMk/>
            <pc:sldMk cId="2125533447" sldId="277"/>
            <ac:cxnSpMk id="19" creationId="{1FE039F1-6D47-C642-B506-452A83B0AB11}"/>
          </ac:cxnSpMkLst>
        </pc:cxnChg>
        <pc:cxnChg chg="add">
          <ac:chgData name="Guest User" userId="" providerId="Windows Live" clId="Web-{F43CBAD6-26E1-4998-8859-8507BB56B378}" dt="2022-12-01T01:52:50.639" v="1711"/>
          <ac:cxnSpMkLst>
            <pc:docMk/>
            <pc:sldMk cId="2125533447" sldId="277"/>
            <ac:cxnSpMk id="34" creationId="{1FE039F1-6D47-C642-B506-452A83B0AB11}"/>
          </ac:cxnSpMkLst>
        </pc:cxnChg>
      </pc:sldChg>
      <pc:sldChg chg="addSp modSp">
        <pc:chgData name="Guest User" userId="" providerId="Windows Live" clId="Web-{F43CBAD6-26E1-4998-8859-8507BB56B378}" dt="2022-12-01T01:59:25.278" v="1860" actId="20577"/>
        <pc:sldMkLst>
          <pc:docMk/>
          <pc:sldMk cId="660610911" sldId="278"/>
        </pc:sldMkLst>
        <pc:spChg chg="mod">
          <ac:chgData name="Guest User" userId="" providerId="Windows Live" clId="Web-{F43CBAD6-26E1-4998-8859-8507BB56B378}" dt="2022-12-01T01:59:25.278" v="1860" actId="20577"/>
          <ac:spMkLst>
            <pc:docMk/>
            <pc:sldMk cId="660610911" sldId="278"/>
            <ac:spMk id="3" creationId="{2CDADDA0-1BA5-9066-F6F7-7CDE841B4DA3}"/>
          </ac:spMkLst>
        </pc:spChg>
        <pc:picChg chg="add mod">
          <ac:chgData name="Guest User" userId="" providerId="Windows Live" clId="Web-{F43CBAD6-26E1-4998-8859-8507BB56B378}" dt="2022-12-01T01:57:55.291" v="1852" actId="14100"/>
          <ac:picMkLst>
            <pc:docMk/>
            <pc:sldMk cId="660610911" sldId="278"/>
            <ac:picMk id="4" creationId="{54B80589-E4DE-3CD6-DFEC-F6C5A62ECF9E}"/>
          </ac:picMkLst>
        </pc:picChg>
      </pc:sldChg>
      <pc:sldChg chg="addSp delSp modSp mod setBg">
        <pc:chgData name="Guest User" userId="" providerId="Windows Live" clId="Web-{F43CBAD6-26E1-4998-8859-8507BB56B378}" dt="2022-12-01T02:17:02.488" v="2011" actId="20577"/>
        <pc:sldMkLst>
          <pc:docMk/>
          <pc:sldMk cId="2526210061" sldId="279"/>
        </pc:sldMkLst>
        <pc:spChg chg="mod">
          <ac:chgData name="Guest User" userId="" providerId="Windows Live" clId="Web-{F43CBAD6-26E1-4998-8859-8507BB56B378}" dt="2022-12-01T02:10:24.224" v="1889"/>
          <ac:spMkLst>
            <pc:docMk/>
            <pc:sldMk cId="2526210061" sldId="279"/>
            <ac:spMk id="2" creationId="{6048A997-B427-0B05-EC00-EE023BA9267D}"/>
          </ac:spMkLst>
        </pc:spChg>
        <pc:spChg chg="del">
          <ac:chgData name="Guest User" userId="" providerId="Windows Live" clId="Web-{F43CBAD6-26E1-4998-8859-8507BB56B378}" dt="2022-12-01T02:10:14.349" v="1888"/>
          <ac:spMkLst>
            <pc:docMk/>
            <pc:sldMk cId="2526210061" sldId="279"/>
            <ac:spMk id="3" creationId="{48DCA608-8754-7CAF-D8C3-FBF37BBA4D76}"/>
          </ac:spMkLst>
        </pc:spChg>
        <pc:spChg chg="add mod">
          <ac:chgData name="Guest User" userId="" providerId="Windows Live" clId="Web-{F43CBAD6-26E1-4998-8859-8507BB56B378}" dt="2022-12-01T02:17:02.488" v="2011" actId="20577"/>
          <ac:spMkLst>
            <pc:docMk/>
            <pc:sldMk cId="2526210061" sldId="279"/>
            <ac:spMk id="8" creationId="{2A0232B5-22E2-3146-BEE2-01ED44FAA7D0}"/>
          </ac:spMkLst>
        </pc:spChg>
        <pc:spChg chg="add">
          <ac:chgData name="Guest User" userId="" providerId="Windows Live" clId="Web-{F43CBAD6-26E1-4998-8859-8507BB56B378}" dt="2022-12-01T02:10:24.224" v="1889"/>
          <ac:spMkLst>
            <pc:docMk/>
            <pc:sldMk cId="2526210061" sldId="279"/>
            <ac:spMk id="11" creationId="{C7F2E4D6-EF46-1C43-8F3E-3620C3C83F36}"/>
          </ac:spMkLst>
        </pc:spChg>
        <pc:grpChg chg="add">
          <ac:chgData name="Guest User" userId="" providerId="Windows Live" clId="Web-{F43CBAD6-26E1-4998-8859-8507BB56B378}" dt="2022-12-01T02:10:24.224" v="1889"/>
          <ac:grpSpMkLst>
            <pc:docMk/>
            <pc:sldMk cId="2526210061" sldId="279"/>
            <ac:grpSpMk id="13" creationId="{05ADD15B-C747-D340-BF8A-A1DD2A6A9324}"/>
          </ac:grpSpMkLst>
        </pc:grpChg>
        <pc:picChg chg="add mod ord">
          <ac:chgData name="Guest User" userId="" providerId="Windows Live" clId="Web-{F43CBAD6-26E1-4998-8859-8507BB56B378}" dt="2022-12-01T02:10:42.068" v="1892" actId="14100"/>
          <ac:picMkLst>
            <pc:docMk/>
            <pc:sldMk cId="2526210061" sldId="279"/>
            <ac:picMk id="4" creationId="{FBF12AF5-AED7-F490-9729-68831DDB63BA}"/>
          </ac:picMkLst>
        </pc:picChg>
        <pc:cxnChg chg="add">
          <ac:chgData name="Guest User" userId="" providerId="Windows Live" clId="Web-{F43CBAD6-26E1-4998-8859-8507BB56B378}" dt="2022-12-01T02:10:24.224" v="1889"/>
          <ac:cxnSpMkLst>
            <pc:docMk/>
            <pc:sldMk cId="2526210061" sldId="279"/>
            <ac:cxnSpMk id="19" creationId="{1FE039F1-6D47-C642-B506-452A83B0AB11}"/>
          </ac:cxnSpMkLst>
        </pc:cxnChg>
      </pc:sldChg>
    </pc:docChg>
  </pc:docChgLst>
  <pc:docChgLst>
    <pc:chgData name="Pavani" userId="24228c9c17fd64cb" providerId="LiveId" clId="{5BFA39E3-63DE-4503-A936-340727A57134}"/>
    <pc:docChg chg="undo redo custSel addSld delSld modSld">
      <pc:chgData name="Pavani" userId="24228c9c17fd64cb" providerId="LiveId" clId="{5BFA39E3-63DE-4503-A936-340727A57134}" dt="2022-12-02T22:22:50.986" v="1010" actId="14100"/>
      <pc:docMkLst>
        <pc:docMk/>
      </pc:docMkLst>
      <pc:sldChg chg="modSp mod">
        <pc:chgData name="Pavani" userId="24228c9c17fd64cb" providerId="LiveId" clId="{5BFA39E3-63DE-4503-A936-340727A57134}" dt="2022-11-30T19:49:59.295" v="359" actId="1076"/>
        <pc:sldMkLst>
          <pc:docMk/>
          <pc:sldMk cId="3951144510" sldId="256"/>
        </pc:sldMkLst>
        <pc:spChg chg="mod">
          <ac:chgData name="Pavani" userId="24228c9c17fd64cb" providerId="LiveId" clId="{5BFA39E3-63DE-4503-A936-340727A57134}" dt="2022-11-30T19:49:59.295" v="359" actId="1076"/>
          <ac:spMkLst>
            <pc:docMk/>
            <pc:sldMk cId="3951144510" sldId="256"/>
            <ac:spMk id="2" creationId="{234C5613-D60E-BD0E-4276-81AB1CAB6812}"/>
          </ac:spMkLst>
        </pc:spChg>
        <pc:spChg chg="mod">
          <ac:chgData name="Pavani" userId="24228c9c17fd64cb" providerId="LiveId" clId="{5BFA39E3-63DE-4503-A936-340727A57134}" dt="2022-11-30T19:49:57.359" v="358" actId="1076"/>
          <ac:spMkLst>
            <pc:docMk/>
            <pc:sldMk cId="3951144510" sldId="256"/>
            <ac:spMk id="3" creationId="{BEF089CD-563F-6041-36B5-DA01DB88AC2E}"/>
          </ac:spMkLst>
        </pc:spChg>
      </pc:sldChg>
      <pc:sldChg chg="addSp delSp modSp del mod">
        <pc:chgData name="Pavani" userId="24228c9c17fd64cb" providerId="LiveId" clId="{5BFA39E3-63DE-4503-A936-340727A57134}" dt="2022-11-30T20:18:48.514" v="653" actId="2696"/>
        <pc:sldMkLst>
          <pc:docMk/>
          <pc:sldMk cId="1903691261" sldId="257"/>
        </pc:sldMkLst>
        <pc:spChg chg="mod">
          <ac:chgData name="Pavani" userId="24228c9c17fd64cb" providerId="LiveId" clId="{5BFA39E3-63DE-4503-A936-340727A57134}" dt="2022-11-30T19:54:55.875" v="446" actId="255"/>
          <ac:spMkLst>
            <pc:docMk/>
            <pc:sldMk cId="1903691261" sldId="257"/>
            <ac:spMk id="2" creationId="{D559E063-7F09-C218-5CE8-BC68F0DFF970}"/>
          </ac:spMkLst>
        </pc:spChg>
        <pc:spChg chg="del">
          <ac:chgData name="Pavani" userId="24228c9c17fd64cb" providerId="LiveId" clId="{5BFA39E3-63DE-4503-A936-340727A57134}" dt="2022-11-30T19:46:34.210" v="338" actId="21"/>
          <ac:spMkLst>
            <pc:docMk/>
            <pc:sldMk cId="1903691261" sldId="257"/>
            <ac:spMk id="3" creationId="{AE517419-89C8-4BAD-DCFB-1A158F56B1EC}"/>
          </ac:spMkLst>
        </pc:spChg>
        <pc:spChg chg="add mod">
          <ac:chgData name="Pavani" userId="24228c9c17fd64cb" providerId="LiveId" clId="{5BFA39E3-63DE-4503-A936-340727A57134}" dt="2022-11-30T19:54:59.193" v="447" actId="1076"/>
          <ac:spMkLst>
            <pc:docMk/>
            <pc:sldMk cId="1903691261" sldId="257"/>
            <ac:spMk id="4" creationId="{B48287F6-1B21-68FE-CB02-8FBD85D5D91F}"/>
          </ac:spMkLst>
        </pc:spChg>
        <pc:spChg chg="add del mod">
          <ac:chgData name="Pavani" userId="24228c9c17fd64cb" providerId="LiveId" clId="{5BFA39E3-63DE-4503-A936-340727A57134}" dt="2022-11-30T19:46:47.403" v="341" actId="478"/>
          <ac:spMkLst>
            <pc:docMk/>
            <pc:sldMk cId="1903691261" sldId="257"/>
            <ac:spMk id="6" creationId="{0607BACD-896C-D3B1-9EF3-2473BB0487D3}"/>
          </ac:spMkLst>
        </pc:spChg>
        <pc:spChg chg="add del mod">
          <ac:chgData name="Pavani" userId="24228c9c17fd64cb" providerId="LiveId" clId="{5BFA39E3-63DE-4503-A936-340727A57134}" dt="2022-11-30T20:12:27.310" v="615" actId="478"/>
          <ac:spMkLst>
            <pc:docMk/>
            <pc:sldMk cId="1903691261" sldId="257"/>
            <ac:spMk id="7" creationId="{CE6E7028-5AFF-CD81-ACC7-05A9428D828C}"/>
          </ac:spMkLst>
        </pc:spChg>
      </pc:sldChg>
      <pc:sldChg chg="addSp delSp modSp del mod">
        <pc:chgData name="Pavani" userId="24228c9c17fd64cb" providerId="LiveId" clId="{5BFA39E3-63DE-4503-A936-340727A57134}" dt="2022-11-30T19:47:33.718" v="348" actId="2696"/>
        <pc:sldMkLst>
          <pc:docMk/>
          <pc:sldMk cId="1685495784" sldId="258"/>
        </pc:sldMkLst>
        <pc:spChg chg="del">
          <ac:chgData name="Pavani" userId="24228c9c17fd64cb" providerId="LiveId" clId="{5BFA39E3-63DE-4503-A936-340727A57134}" dt="2022-11-30T19:47:15.562" v="344" actId="21"/>
          <ac:spMkLst>
            <pc:docMk/>
            <pc:sldMk cId="1685495784" sldId="258"/>
            <ac:spMk id="2" creationId="{2C3B2001-7675-5E22-BDDE-BE02D02F0074}"/>
          </ac:spMkLst>
        </pc:spChg>
        <pc:spChg chg="add mod">
          <ac:chgData name="Pavani" userId="24228c9c17fd64cb" providerId="LiveId" clId="{5BFA39E3-63DE-4503-A936-340727A57134}" dt="2022-11-30T19:47:15.562" v="344" actId="21"/>
          <ac:spMkLst>
            <pc:docMk/>
            <pc:sldMk cId="1685495784" sldId="258"/>
            <ac:spMk id="5" creationId="{06FCEAC7-DBDF-2D53-7A7F-FE8D78ED0940}"/>
          </ac:spMkLst>
        </pc:spChg>
      </pc:sldChg>
      <pc:sldChg chg="addSp delSp modSp del mod">
        <pc:chgData name="Pavani" userId="24228c9c17fd64cb" providerId="LiveId" clId="{5BFA39E3-63DE-4503-A936-340727A57134}" dt="2022-11-30T20:13:31.085" v="625" actId="2696"/>
        <pc:sldMkLst>
          <pc:docMk/>
          <pc:sldMk cId="3351678735" sldId="259"/>
        </pc:sldMkLst>
        <pc:spChg chg="del">
          <ac:chgData name="Pavani" userId="24228c9c17fd64cb" providerId="LiveId" clId="{5BFA39E3-63DE-4503-A936-340727A57134}" dt="2022-11-30T19:46:12.799" v="335" actId="21"/>
          <ac:spMkLst>
            <pc:docMk/>
            <pc:sldMk cId="3351678735" sldId="259"/>
            <ac:spMk id="2" creationId="{53B3CC9D-5193-16E7-BC75-3D849C128F8E}"/>
          </ac:spMkLst>
        </pc:spChg>
        <pc:spChg chg="add mod">
          <ac:chgData name="Pavani" userId="24228c9c17fd64cb" providerId="LiveId" clId="{5BFA39E3-63DE-4503-A936-340727A57134}" dt="2022-11-30T19:46:12.799" v="335" actId="21"/>
          <ac:spMkLst>
            <pc:docMk/>
            <pc:sldMk cId="3351678735" sldId="259"/>
            <ac:spMk id="5" creationId="{AF8349CD-3EF0-2122-D8EC-5A1A73519CEC}"/>
          </ac:spMkLst>
        </pc:spChg>
      </pc:sldChg>
      <pc:sldChg chg="addSp delSp modSp mod modAnim">
        <pc:chgData name="Pavani" userId="24228c9c17fd64cb" providerId="LiveId" clId="{5BFA39E3-63DE-4503-A936-340727A57134}" dt="2022-12-02T04:26:59.583" v="920" actId="27636"/>
        <pc:sldMkLst>
          <pc:docMk/>
          <pc:sldMk cId="1723477675" sldId="260"/>
        </pc:sldMkLst>
        <pc:spChg chg="mod">
          <ac:chgData name="Pavani" userId="24228c9c17fd64cb" providerId="LiveId" clId="{5BFA39E3-63DE-4503-A936-340727A57134}" dt="2022-12-02T04:26:59.583" v="920" actId="27636"/>
          <ac:spMkLst>
            <pc:docMk/>
            <pc:sldMk cId="1723477675" sldId="260"/>
            <ac:spMk id="3" creationId="{803B29E6-7973-E8C7-65A2-8F4F356DD426}"/>
          </ac:spMkLst>
        </pc:spChg>
        <pc:spChg chg="add mod">
          <ac:chgData name="Pavani" userId="24228c9c17fd64cb" providerId="LiveId" clId="{5BFA39E3-63DE-4503-A936-340727A57134}" dt="2022-11-30T20:27:17.287" v="735" actId="1076"/>
          <ac:spMkLst>
            <pc:docMk/>
            <pc:sldMk cId="1723477675" sldId="260"/>
            <ac:spMk id="4" creationId="{2C1F8093-5CAF-612C-9B1D-7B41C1B96A01}"/>
          </ac:spMkLst>
        </pc:spChg>
        <pc:spChg chg="add del mod">
          <ac:chgData name="Pavani" userId="24228c9c17fd64cb" providerId="LiveId" clId="{5BFA39E3-63DE-4503-A936-340727A57134}" dt="2022-11-30T20:14:40.404" v="632" actId="478"/>
          <ac:spMkLst>
            <pc:docMk/>
            <pc:sldMk cId="1723477675" sldId="260"/>
            <ac:spMk id="5" creationId="{A855B54B-23C5-5945-B008-88B050CA04AD}"/>
          </ac:spMkLst>
        </pc:spChg>
        <pc:spChg chg="add mod">
          <ac:chgData name="Pavani" userId="24228c9c17fd64cb" providerId="LiveId" clId="{5BFA39E3-63DE-4503-A936-340727A57134}" dt="2022-11-30T20:18:22.726" v="652" actId="255"/>
          <ac:spMkLst>
            <pc:docMk/>
            <pc:sldMk cId="1723477675" sldId="260"/>
            <ac:spMk id="6" creationId="{1B6B6C05-590B-3208-DBDB-1CB46BF93E30}"/>
          </ac:spMkLst>
        </pc:spChg>
        <pc:spChg chg="add del">
          <ac:chgData name="Pavani" userId="24228c9c17fd64cb" providerId="LiveId" clId="{5BFA39E3-63DE-4503-A936-340727A57134}" dt="2022-11-30T19:35:30.557" v="167" actId="22"/>
          <ac:spMkLst>
            <pc:docMk/>
            <pc:sldMk cId="1723477675" sldId="260"/>
            <ac:spMk id="9" creationId="{1585EE26-678F-D1E0-833C-650740A11839}"/>
          </ac:spMkLst>
        </pc:spChg>
        <pc:spChg chg="add mod">
          <ac:chgData name="Pavani" userId="24228c9c17fd64cb" providerId="LiveId" clId="{5BFA39E3-63DE-4503-A936-340727A57134}" dt="2022-11-30T20:27:11.220" v="734" actId="1076"/>
          <ac:spMkLst>
            <pc:docMk/>
            <pc:sldMk cId="1723477675" sldId="260"/>
            <ac:spMk id="10" creationId="{C3A7F2BE-0A39-68C0-191B-71EFF4529FDF}"/>
          </ac:spMkLst>
        </pc:spChg>
        <pc:spChg chg="add mod">
          <ac:chgData name="Pavani" userId="24228c9c17fd64cb" providerId="LiveId" clId="{5BFA39E3-63DE-4503-A936-340727A57134}" dt="2022-11-30T20:27:04.153" v="732" actId="1076"/>
          <ac:spMkLst>
            <pc:docMk/>
            <pc:sldMk cId="1723477675" sldId="260"/>
            <ac:spMk id="11" creationId="{C685C10B-094F-E0A8-EE71-082D12A92923}"/>
          </ac:spMkLst>
        </pc:spChg>
        <pc:spChg chg="add mod">
          <ac:chgData name="Pavani" userId="24228c9c17fd64cb" providerId="LiveId" clId="{5BFA39E3-63DE-4503-A936-340727A57134}" dt="2022-11-30T20:27:07.787" v="733" actId="1076"/>
          <ac:spMkLst>
            <pc:docMk/>
            <pc:sldMk cId="1723477675" sldId="260"/>
            <ac:spMk id="12" creationId="{28A7DF7A-1713-D22B-8FBC-0709258F26CE}"/>
          </ac:spMkLst>
        </pc:spChg>
        <pc:picChg chg="add del mod">
          <ac:chgData name="Pavani" userId="24228c9c17fd64cb" providerId="LiveId" clId="{5BFA39E3-63DE-4503-A936-340727A57134}" dt="2022-11-30T19:35:40.403" v="168" actId="478"/>
          <ac:picMkLst>
            <pc:docMk/>
            <pc:sldMk cId="1723477675" sldId="260"/>
            <ac:picMk id="5" creationId="{4C65CC93-A6A1-5F01-A172-E5B465DDFFA8}"/>
          </ac:picMkLst>
        </pc:picChg>
        <pc:picChg chg="add del mod">
          <ac:chgData name="Pavani" userId="24228c9c17fd64cb" providerId="LiveId" clId="{5BFA39E3-63DE-4503-A936-340727A57134}" dt="2022-11-30T19:35:44.278" v="169" actId="478"/>
          <ac:picMkLst>
            <pc:docMk/>
            <pc:sldMk cId="1723477675" sldId="260"/>
            <ac:picMk id="6" creationId="{9F6FAC49-2AE8-8F0E-BAFA-89A734717C7B}"/>
          </ac:picMkLst>
        </pc:picChg>
        <pc:picChg chg="add del mod">
          <ac:chgData name="Pavani" userId="24228c9c17fd64cb" providerId="LiveId" clId="{5BFA39E3-63DE-4503-A936-340727A57134}" dt="2022-11-30T19:35:47.076" v="170" actId="478"/>
          <ac:picMkLst>
            <pc:docMk/>
            <pc:sldMk cId="1723477675" sldId="260"/>
            <ac:picMk id="7" creationId="{075CADFE-0028-57CC-2586-DE6662F0E857}"/>
          </ac:picMkLst>
        </pc:picChg>
      </pc:sldChg>
      <pc:sldChg chg="addSp modSp mod modAnim addCm delCm modCm">
        <pc:chgData name="Pavani" userId="24228c9c17fd64cb" providerId="LiveId" clId="{5BFA39E3-63DE-4503-A936-340727A57134}" dt="2022-12-02T04:23:41.717" v="880" actId="20577"/>
        <pc:sldMkLst>
          <pc:docMk/>
          <pc:sldMk cId="2707866632" sldId="261"/>
        </pc:sldMkLst>
        <pc:spChg chg="mod">
          <ac:chgData name="Pavani" userId="24228c9c17fd64cb" providerId="LiveId" clId="{5BFA39E3-63DE-4503-A936-340727A57134}" dt="2022-12-02T04:23:36.356" v="879" actId="27636"/>
          <ac:spMkLst>
            <pc:docMk/>
            <pc:sldMk cId="2707866632" sldId="261"/>
            <ac:spMk id="2" creationId="{5BF40B1F-97EC-5715-AC0A-4757F64F3846}"/>
          </ac:spMkLst>
        </pc:spChg>
        <pc:spChg chg="add mod">
          <ac:chgData name="Pavani" userId="24228c9c17fd64cb" providerId="LiveId" clId="{5BFA39E3-63DE-4503-A936-340727A57134}" dt="2022-12-02T04:22:56.240" v="875" actId="20577"/>
          <ac:spMkLst>
            <pc:docMk/>
            <pc:sldMk cId="2707866632" sldId="261"/>
            <ac:spMk id="4" creationId="{6BE40968-8098-5DE8-767C-24A5342C15D3}"/>
          </ac:spMkLst>
        </pc:spChg>
        <pc:spChg chg="mod">
          <ac:chgData name="Pavani" userId="24228c9c17fd64cb" providerId="LiveId" clId="{5BFA39E3-63DE-4503-A936-340727A57134}" dt="2022-12-02T04:23:41.717" v="880" actId="20577"/>
          <ac:spMkLst>
            <pc:docMk/>
            <pc:sldMk cId="2707866632" sldId="261"/>
            <ac:spMk id="167" creationId="{132B40CE-2911-7CA6-DCA0-1950AD28D45A}"/>
          </ac:spMkLst>
        </pc:spChg>
        <pc:picChg chg="mod">
          <ac:chgData name="Pavani" userId="24228c9c17fd64cb" providerId="LiveId" clId="{5BFA39E3-63DE-4503-A936-340727A57134}" dt="2022-11-30T22:08:39.597" v="786" actId="1076"/>
          <ac:picMkLst>
            <pc:docMk/>
            <pc:sldMk cId="2707866632" sldId="261"/>
            <ac:picMk id="3" creationId="{776D308D-69E9-607B-D09C-C0F39138F418}"/>
          </ac:picMkLst>
        </pc:picChg>
        <pc:picChg chg="mod">
          <ac:chgData name="Pavani" userId="24228c9c17fd64cb" providerId="LiveId" clId="{5BFA39E3-63DE-4503-A936-340727A57134}" dt="2022-11-30T22:08:52.855" v="788" actId="1076"/>
          <ac:picMkLst>
            <pc:docMk/>
            <pc:sldMk cId="2707866632" sldId="261"/>
            <ac:picMk id="5" creationId="{93D08D18-D62F-1657-47CE-54064F3F9542}"/>
          </ac:picMkLst>
        </pc:picChg>
      </pc:sldChg>
      <pc:sldChg chg="addSp delSp modSp mod modAnim addCm delCm">
        <pc:chgData name="Pavani" userId="24228c9c17fd64cb" providerId="LiveId" clId="{5BFA39E3-63DE-4503-A936-340727A57134}" dt="2022-12-02T04:28:17.204" v="934" actId="313"/>
        <pc:sldMkLst>
          <pc:docMk/>
          <pc:sldMk cId="1155740690" sldId="263"/>
        </pc:sldMkLst>
        <pc:spChg chg="mod">
          <ac:chgData name="Pavani" userId="24228c9c17fd64cb" providerId="LiveId" clId="{5BFA39E3-63DE-4503-A936-340727A57134}" dt="2022-12-02T04:28:17.204" v="934" actId="313"/>
          <ac:spMkLst>
            <pc:docMk/>
            <pc:sldMk cId="1155740690" sldId="263"/>
            <ac:spMk id="2" creationId="{2F052C35-58BC-B3BC-AC1C-7386B5D4AEF6}"/>
          </ac:spMkLst>
        </pc:spChg>
        <pc:spChg chg="add mod">
          <ac:chgData name="Pavani" userId="24228c9c17fd64cb" providerId="LiveId" clId="{5BFA39E3-63DE-4503-A936-340727A57134}" dt="2022-12-01T23:10:27.938" v="861"/>
          <ac:spMkLst>
            <pc:docMk/>
            <pc:sldMk cId="1155740690" sldId="263"/>
            <ac:spMk id="5" creationId="{626B9664-2DB3-3F62-ECF8-9DA19FDD9F77}"/>
          </ac:spMkLst>
        </pc:spChg>
        <pc:spChg chg="del mod">
          <ac:chgData name="Pavani" userId="24228c9c17fd64cb" providerId="LiveId" clId="{5BFA39E3-63DE-4503-A936-340727A57134}" dt="2022-12-01T23:09:45.380" v="852" actId="478"/>
          <ac:spMkLst>
            <pc:docMk/>
            <pc:sldMk cId="1155740690" sldId="263"/>
            <ac:spMk id="8" creationId="{B85DE3DF-2C2F-C072-4AEA-5C74BC1AE91F}"/>
          </ac:spMkLst>
        </pc:spChg>
        <pc:picChg chg="mod">
          <ac:chgData name="Pavani" userId="24228c9c17fd64cb" providerId="LiveId" clId="{5BFA39E3-63DE-4503-A936-340727A57134}" dt="2022-12-01T23:10:38.898" v="864" actId="1076"/>
          <ac:picMkLst>
            <pc:docMk/>
            <pc:sldMk cId="1155740690" sldId="263"/>
            <ac:picMk id="4" creationId="{471E7499-EEDE-6645-0ACA-9B4EDD942409}"/>
          </ac:picMkLst>
        </pc:picChg>
      </pc:sldChg>
      <pc:sldChg chg="addSp modSp mod addCm delCm">
        <pc:chgData name="Pavani" userId="24228c9c17fd64cb" providerId="LiveId" clId="{5BFA39E3-63DE-4503-A936-340727A57134}" dt="2022-12-02T04:27:48.102" v="931" actId="20577"/>
        <pc:sldMkLst>
          <pc:docMk/>
          <pc:sldMk cId="3771970641" sldId="264"/>
        </pc:sldMkLst>
        <pc:spChg chg="mod">
          <ac:chgData name="Pavani" userId="24228c9c17fd64cb" providerId="LiveId" clId="{5BFA39E3-63DE-4503-A936-340727A57134}" dt="2022-12-02T04:27:48.102" v="931" actId="20577"/>
          <ac:spMkLst>
            <pc:docMk/>
            <pc:sldMk cId="3771970641" sldId="264"/>
            <ac:spMk id="2" creationId="{D02B3AB1-1704-8250-7F5A-42942FE36902}"/>
          </ac:spMkLst>
        </pc:spChg>
        <pc:spChg chg="add mod">
          <ac:chgData name="Pavani" userId="24228c9c17fd64cb" providerId="LiveId" clId="{5BFA39E3-63DE-4503-A936-340727A57134}" dt="2022-11-30T20:26:32.756" v="730" actId="1076"/>
          <ac:spMkLst>
            <pc:docMk/>
            <pc:sldMk cId="3771970641" sldId="264"/>
            <ac:spMk id="3" creationId="{FC70ACDF-5A12-35D9-6A86-1E61DC6C0532}"/>
          </ac:spMkLst>
        </pc:spChg>
        <pc:spChg chg="mod">
          <ac:chgData name="Pavani" userId="24228c9c17fd64cb" providerId="LiveId" clId="{5BFA39E3-63DE-4503-A936-340727A57134}" dt="2022-11-30T22:03:50.732" v="776" actId="13926"/>
          <ac:spMkLst>
            <pc:docMk/>
            <pc:sldMk cId="3771970641" sldId="264"/>
            <ac:spMk id="8" creationId="{FD7867F5-5B47-62CE-DE73-1C06320D147A}"/>
          </ac:spMkLst>
        </pc:spChg>
      </pc:sldChg>
      <pc:sldChg chg="modSp mod">
        <pc:chgData name="Pavani" userId="24228c9c17fd64cb" providerId="LiveId" clId="{5BFA39E3-63DE-4503-A936-340727A57134}" dt="2022-12-02T04:25:29.955" v="912" actId="313"/>
        <pc:sldMkLst>
          <pc:docMk/>
          <pc:sldMk cId="761928941" sldId="265"/>
        </pc:sldMkLst>
        <pc:spChg chg="mod">
          <ac:chgData name="Pavani" userId="24228c9c17fd64cb" providerId="LiveId" clId="{5BFA39E3-63DE-4503-A936-340727A57134}" dt="2022-12-02T04:25:29.955" v="912" actId="313"/>
          <ac:spMkLst>
            <pc:docMk/>
            <pc:sldMk cId="761928941" sldId="265"/>
            <ac:spMk id="2" creationId="{646BCBF3-F21E-9B04-BCD2-E1C3957E308B}"/>
          </ac:spMkLst>
        </pc:spChg>
        <pc:picChg chg="mod">
          <ac:chgData name="Pavani" userId="24228c9c17fd64cb" providerId="LiveId" clId="{5BFA39E3-63DE-4503-A936-340727A57134}" dt="2022-11-30T22:02:45.066" v="772" actId="14100"/>
          <ac:picMkLst>
            <pc:docMk/>
            <pc:sldMk cId="761928941" sldId="265"/>
            <ac:picMk id="3" creationId="{BB95579F-C3B8-A1C8-4C9F-86C198F35B20}"/>
          </ac:picMkLst>
        </pc:picChg>
        <pc:picChg chg="mod">
          <ac:chgData name="Pavani" userId="24228c9c17fd64cb" providerId="LiveId" clId="{5BFA39E3-63DE-4503-A936-340727A57134}" dt="2022-11-30T22:06:48.777" v="778" actId="1076"/>
          <ac:picMkLst>
            <pc:docMk/>
            <pc:sldMk cId="761928941" sldId="265"/>
            <ac:picMk id="4" creationId="{5E94FCC2-B2D6-DC43-059B-FC6DAADB98D3}"/>
          </ac:picMkLst>
        </pc:picChg>
      </pc:sldChg>
      <pc:sldChg chg="modSp mod">
        <pc:chgData name="Pavani" userId="24228c9c17fd64cb" providerId="LiveId" clId="{5BFA39E3-63DE-4503-A936-340727A57134}" dt="2022-11-30T20:24:12.519" v="702" actId="255"/>
        <pc:sldMkLst>
          <pc:docMk/>
          <pc:sldMk cId="2808922265" sldId="266"/>
        </pc:sldMkLst>
        <pc:spChg chg="mod">
          <ac:chgData name="Pavani" userId="24228c9c17fd64cb" providerId="LiveId" clId="{5BFA39E3-63DE-4503-A936-340727A57134}" dt="2022-11-30T20:24:12.519" v="702" actId="255"/>
          <ac:spMkLst>
            <pc:docMk/>
            <pc:sldMk cId="2808922265" sldId="266"/>
            <ac:spMk id="2" creationId="{C694981A-E6FD-7F95-C5AE-A65079B25568}"/>
          </ac:spMkLst>
        </pc:spChg>
      </pc:sldChg>
      <pc:sldChg chg="addSp modSp mod">
        <pc:chgData name="Pavani" userId="24228c9c17fd64cb" providerId="LiveId" clId="{5BFA39E3-63DE-4503-A936-340727A57134}" dt="2022-11-30T20:26:05.252" v="725" actId="123"/>
        <pc:sldMkLst>
          <pc:docMk/>
          <pc:sldMk cId="75626113" sldId="267"/>
        </pc:sldMkLst>
        <pc:spChg chg="mod">
          <ac:chgData name="Pavani" userId="24228c9c17fd64cb" providerId="LiveId" clId="{5BFA39E3-63DE-4503-A936-340727A57134}" dt="2022-11-30T20:24:04.141" v="701" actId="27636"/>
          <ac:spMkLst>
            <pc:docMk/>
            <pc:sldMk cId="75626113" sldId="267"/>
            <ac:spMk id="2" creationId="{BBF2F744-D1FE-3BC3-FE42-9FB1521056FF}"/>
          </ac:spMkLst>
        </pc:spChg>
        <pc:spChg chg="add mod">
          <ac:chgData name="Pavani" userId="24228c9c17fd64cb" providerId="LiveId" clId="{5BFA39E3-63DE-4503-A936-340727A57134}" dt="2022-11-30T20:26:05.252" v="725" actId="123"/>
          <ac:spMkLst>
            <pc:docMk/>
            <pc:sldMk cId="75626113" sldId="267"/>
            <ac:spMk id="3" creationId="{CCFCB90B-EB7C-C1E9-1DDD-5B0BFAB665FE}"/>
          </ac:spMkLst>
        </pc:spChg>
        <pc:spChg chg="mod">
          <ac:chgData name="Pavani" userId="24228c9c17fd64cb" providerId="LiveId" clId="{5BFA39E3-63DE-4503-A936-340727A57134}" dt="2022-11-30T05:13:52.909" v="60" actId="14100"/>
          <ac:spMkLst>
            <pc:docMk/>
            <pc:sldMk cId="75626113" sldId="267"/>
            <ac:spMk id="8" creationId="{3DED0315-E049-FFC5-C001-04950771006C}"/>
          </ac:spMkLst>
        </pc:spChg>
      </pc:sldChg>
      <pc:sldChg chg="addSp delSp modSp mod">
        <pc:chgData name="Pavani" userId="24228c9c17fd64cb" providerId="LiveId" clId="{5BFA39E3-63DE-4503-A936-340727A57134}" dt="2022-12-01T01:46:44.578" v="792" actId="1036"/>
        <pc:sldMkLst>
          <pc:docMk/>
          <pc:sldMk cId="3040861833" sldId="268"/>
        </pc:sldMkLst>
        <pc:spChg chg="mod">
          <ac:chgData name="Pavani" userId="24228c9c17fd64cb" providerId="LiveId" clId="{5BFA39E3-63DE-4503-A936-340727A57134}" dt="2022-11-30T20:24:32.246" v="704" actId="255"/>
          <ac:spMkLst>
            <pc:docMk/>
            <pc:sldMk cId="3040861833" sldId="268"/>
            <ac:spMk id="2" creationId="{B04136B3-3F95-4BBC-9BF2-00BB52B267ED}"/>
          </ac:spMkLst>
        </pc:spChg>
        <pc:picChg chg="add del mod">
          <ac:chgData name="Pavani" userId="24228c9c17fd64cb" providerId="LiveId" clId="{5BFA39E3-63DE-4503-A936-340727A57134}" dt="2022-12-01T01:46:44.578" v="792" actId="1036"/>
          <ac:picMkLst>
            <pc:docMk/>
            <pc:sldMk cId="3040861833" sldId="268"/>
            <ac:picMk id="4" creationId="{8030A2AD-0BDB-1B8D-C2B1-A397E1EF4E44}"/>
          </ac:picMkLst>
        </pc:picChg>
        <pc:picChg chg="add del">
          <ac:chgData name="Pavani" userId="24228c9c17fd64cb" providerId="LiveId" clId="{5BFA39E3-63DE-4503-A936-340727A57134}" dt="2022-11-30T05:11:37.410" v="6" actId="478"/>
          <ac:picMkLst>
            <pc:docMk/>
            <pc:sldMk cId="3040861833" sldId="268"/>
            <ac:picMk id="18" creationId="{0E3772A8-34FF-5AA3-DE6C-2314B1450D22}"/>
          </ac:picMkLst>
        </pc:picChg>
      </pc:sldChg>
      <pc:sldChg chg="modSp mod">
        <pc:chgData name="Pavani" userId="24228c9c17fd64cb" providerId="LiveId" clId="{5BFA39E3-63DE-4503-A936-340727A57134}" dt="2022-11-30T20:24:38.497" v="705" actId="255"/>
        <pc:sldMkLst>
          <pc:docMk/>
          <pc:sldMk cId="1770982502" sldId="269"/>
        </pc:sldMkLst>
        <pc:spChg chg="mod">
          <ac:chgData name="Pavani" userId="24228c9c17fd64cb" providerId="LiveId" clId="{5BFA39E3-63DE-4503-A936-340727A57134}" dt="2022-11-30T20:24:38.497" v="705" actId="255"/>
          <ac:spMkLst>
            <pc:docMk/>
            <pc:sldMk cId="1770982502" sldId="269"/>
            <ac:spMk id="2" creationId="{D512EDB4-38BC-3414-A774-4FD4654DE974}"/>
          </ac:spMkLst>
        </pc:spChg>
      </pc:sldChg>
      <pc:sldChg chg="addSp modSp mod">
        <pc:chgData name="Pavani" userId="24228c9c17fd64cb" providerId="LiveId" clId="{5BFA39E3-63DE-4503-A936-340727A57134}" dt="2022-12-02T22:22:50.986" v="1010" actId="14100"/>
        <pc:sldMkLst>
          <pc:docMk/>
          <pc:sldMk cId="806809924" sldId="270"/>
        </pc:sldMkLst>
        <pc:spChg chg="mod">
          <ac:chgData name="Pavani" userId="24228c9c17fd64cb" providerId="LiveId" clId="{5BFA39E3-63DE-4503-A936-340727A57134}" dt="2022-11-30T20:25:33.225" v="715" actId="14100"/>
          <ac:spMkLst>
            <pc:docMk/>
            <pc:sldMk cId="806809924" sldId="270"/>
            <ac:spMk id="2" creationId="{BE46B322-D2E0-0121-E695-8607E43F0E5B}"/>
          </ac:spMkLst>
        </pc:spChg>
        <pc:spChg chg="add mod">
          <ac:chgData name="Pavani" userId="24228c9c17fd64cb" providerId="LiveId" clId="{5BFA39E3-63DE-4503-A936-340727A57134}" dt="2022-12-02T04:26:15.684" v="913" actId="1076"/>
          <ac:spMkLst>
            <pc:docMk/>
            <pc:sldMk cId="806809924" sldId="270"/>
            <ac:spMk id="3" creationId="{D5D8B9E3-EC91-5901-15C9-481519E50FE8}"/>
          </ac:spMkLst>
        </pc:spChg>
        <pc:picChg chg="mod">
          <ac:chgData name="Pavani" userId="24228c9c17fd64cb" providerId="LiveId" clId="{5BFA39E3-63DE-4503-A936-340727A57134}" dt="2022-11-30T20:25:41.979" v="717" actId="1076"/>
          <ac:picMkLst>
            <pc:docMk/>
            <pc:sldMk cId="806809924" sldId="270"/>
            <ac:picMk id="4" creationId="{37B3A32F-2282-3A96-CD85-258E43003332}"/>
          </ac:picMkLst>
        </pc:picChg>
        <pc:picChg chg="mod">
          <ac:chgData name="Pavani" userId="24228c9c17fd64cb" providerId="LiveId" clId="{5BFA39E3-63DE-4503-A936-340727A57134}" dt="2022-12-02T22:22:50.986" v="1010" actId="14100"/>
          <ac:picMkLst>
            <pc:docMk/>
            <pc:sldMk cId="806809924" sldId="270"/>
            <ac:picMk id="7" creationId="{C75AE799-9928-6BF2-6E40-A6A9F42A29D4}"/>
          </ac:picMkLst>
        </pc:picChg>
      </pc:sldChg>
      <pc:sldChg chg="modSp mod">
        <pc:chgData name="Pavani" userId="24228c9c17fd64cb" providerId="LiveId" clId="{5BFA39E3-63DE-4503-A936-340727A57134}" dt="2022-11-30T22:20:20.514" v="790" actId="313"/>
        <pc:sldMkLst>
          <pc:docMk/>
          <pc:sldMk cId="3949215219" sldId="271"/>
        </pc:sldMkLst>
        <pc:spChg chg="mod">
          <ac:chgData name="Pavani" userId="24228c9c17fd64cb" providerId="LiveId" clId="{5BFA39E3-63DE-4503-A936-340727A57134}" dt="2022-11-30T20:24:53.450" v="707" actId="255"/>
          <ac:spMkLst>
            <pc:docMk/>
            <pc:sldMk cId="3949215219" sldId="271"/>
            <ac:spMk id="2" creationId="{7C263120-CA07-073B-9585-821BEB61FD8F}"/>
          </ac:spMkLst>
        </pc:spChg>
        <pc:spChg chg="mod">
          <ac:chgData name="Pavani" userId="24228c9c17fd64cb" providerId="LiveId" clId="{5BFA39E3-63DE-4503-A936-340727A57134}" dt="2022-11-30T22:20:20.514" v="790" actId="313"/>
          <ac:spMkLst>
            <pc:docMk/>
            <pc:sldMk cId="3949215219" sldId="271"/>
            <ac:spMk id="8" creationId="{C911EBA3-B0A9-81EA-9894-4BC869AE86B8}"/>
          </ac:spMkLst>
        </pc:spChg>
      </pc:sldChg>
      <pc:sldChg chg="addSp delSp modSp mod">
        <pc:chgData name="Pavani" userId="24228c9c17fd64cb" providerId="LiveId" clId="{5BFA39E3-63DE-4503-A936-340727A57134}" dt="2022-12-02T04:14:32.662" v="873" actId="1076"/>
        <pc:sldMkLst>
          <pc:docMk/>
          <pc:sldMk cId="3735306677" sldId="272"/>
        </pc:sldMkLst>
        <pc:spChg chg="mod">
          <ac:chgData name="Pavani" userId="24228c9c17fd64cb" providerId="LiveId" clId="{5BFA39E3-63DE-4503-A936-340727A57134}" dt="2022-12-02T04:14:32.258" v="872" actId="1076"/>
          <ac:spMkLst>
            <pc:docMk/>
            <pc:sldMk cId="3735306677" sldId="272"/>
            <ac:spMk id="2" creationId="{6AFEFBBE-C075-5FFE-2E80-2C309A995AFB}"/>
          </ac:spMkLst>
        </pc:spChg>
        <pc:spChg chg="add del mod">
          <ac:chgData name="Pavani" userId="24228c9c17fd64cb" providerId="LiveId" clId="{5BFA39E3-63DE-4503-A936-340727A57134}" dt="2022-12-01T22:58:55.509" v="812"/>
          <ac:spMkLst>
            <pc:docMk/>
            <pc:sldMk cId="3735306677" sldId="272"/>
            <ac:spMk id="3" creationId="{7CD66B83-4DBB-A461-8A20-FA35DAA26CF0}"/>
          </ac:spMkLst>
        </pc:spChg>
        <pc:spChg chg="mod">
          <ac:chgData name="Pavani" userId="24228c9c17fd64cb" providerId="LiveId" clId="{5BFA39E3-63DE-4503-A936-340727A57134}" dt="2022-12-02T04:14:32.662" v="873" actId="1076"/>
          <ac:spMkLst>
            <pc:docMk/>
            <pc:sldMk cId="3735306677" sldId="272"/>
            <ac:spMk id="3" creationId="{CF3A784C-C5B2-4AD6-E0D6-AE03A10704DF}"/>
          </ac:spMkLst>
        </pc:spChg>
        <pc:spChg chg="add del mod">
          <ac:chgData name="Pavani" userId="24228c9c17fd64cb" providerId="LiveId" clId="{5BFA39E3-63DE-4503-A936-340727A57134}" dt="2022-12-01T22:59:27.897" v="821" actId="478"/>
          <ac:spMkLst>
            <pc:docMk/>
            <pc:sldMk cId="3735306677" sldId="272"/>
            <ac:spMk id="4" creationId="{4EB03089-CE7B-2B11-9A49-B5EBD42158A9}"/>
          </ac:spMkLst>
        </pc:spChg>
        <pc:spChg chg="add del mod">
          <ac:chgData name="Pavani" userId="24228c9c17fd64cb" providerId="LiveId" clId="{5BFA39E3-63DE-4503-A936-340727A57134}" dt="2022-12-01T23:02:54.646" v="824" actId="478"/>
          <ac:spMkLst>
            <pc:docMk/>
            <pc:sldMk cId="3735306677" sldId="272"/>
            <ac:spMk id="6" creationId="{E368C3F5-29C6-2999-1FA7-740C8B9DC6ED}"/>
          </ac:spMkLst>
        </pc:spChg>
        <pc:spChg chg="mod">
          <ac:chgData name="Pavani" userId="24228c9c17fd64cb" providerId="LiveId" clId="{5BFA39E3-63DE-4503-A936-340727A57134}" dt="2022-12-01T22:56:52.985" v="802" actId="1076"/>
          <ac:spMkLst>
            <pc:docMk/>
            <pc:sldMk cId="3735306677" sldId="272"/>
            <ac:spMk id="23" creationId="{E4C3F7D7-9B97-D1FB-A4D7-9F10C6393D5A}"/>
          </ac:spMkLst>
        </pc:spChg>
        <pc:picChg chg="mod modCrop">
          <ac:chgData name="Pavani" userId="24228c9c17fd64cb" providerId="LiveId" clId="{5BFA39E3-63DE-4503-A936-340727A57134}" dt="2022-12-01T22:57:59.124" v="809" actId="1076"/>
          <ac:picMkLst>
            <pc:docMk/>
            <pc:sldMk cId="3735306677" sldId="272"/>
            <ac:picMk id="5" creationId="{9AADD37D-9E95-CF96-CDFC-E569983A228D}"/>
          </ac:picMkLst>
        </pc:picChg>
        <pc:picChg chg="add mod">
          <ac:chgData name="Pavani" userId="24228c9c17fd64cb" providerId="LiveId" clId="{5BFA39E3-63DE-4503-A936-340727A57134}" dt="2022-12-01T23:03:09.765" v="828" actId="1076"/>
          <ac:picMkLst>
            <pc:docMk/>
            <pc:sldMk cId="3735306677" sldId="272"/>
            <ac:picMk id="8" creationId="{DEC62F20-8C4F-F546-297E-3FCFB7F4E495}"/>
          </ac:picMkLst>
        </pc:picChg>
      </pc:sldChg>
      <pc:sldChg chg="modSp mod modNotesTx">
        <pc:chgData name="Pavani" userId="24228c9c17fd64cb" providerId="LiveId" clId="{5BFA39E3-63DE-4503-A936-340727A57134}" dt="2022-12-02T05:23:27.450" v="1009" actId="5793"/>
        <pc:sldMkLst>
          <pc:docMk/>
          <pc:sldMk cId="3349016704" sldId="275"/>
        </pc:sldMkLst>
        <pc:spChg chg="mod">
          <ac:chgData name="Pavani" userId="24228c9c17fd64cb" providerId="LiveId" clId="{5BFA39E3-63DE-4503-A936-340727A57134}" dt="2022-11-30T05:22:06.552" v="97" actId="20577"/>
          <ac:spMkLst>
            <pc:docMk/>
            <pc:sldMk cId="3349016704" sldId="275"/>
            <ac:spMk id="2" creationId="{D90215E5-4ABF-34E1-0293-146170EDB968}"/>
          </ac:spMkLst>
        </pc:spChg>
        <pc:spChg chg="mod">
          <ac:chgData name="Pavani" userId="24228c9c17fd64cb" providerId="LiveId" clId="{5BFA39E3-63DE-4503-A936-340727A57134}" dt="2022-12-02T04:16:19.619" v="874" actId="1076"/>
          <ac:spMkLst>
            <pc:docMk/>
            <pc:sldMk cId="3349016704" sldId="275"/>
            <ac:spMk id="3" creationId="{D50E3D29-96F3-575A-B699-B9FFE6585CDF}"/>
          </ac:spMkLst>
        </pc:spChg>
      </pc:sldChg>
      <pc:sldChg chg="addSp modSp new mod">
        <pc:chgData name="Pavani" userId="24228c9c17fd64cb" providerId="LiveId" clId="{5BFA39E3-63DE-4503-A936-340727A57134}" dt="2022-12-02T00:38:01.391" v="869" actId="33524"/>
        <pc:sldMkLst>
          <pc:docMk/>
          <pc:sldMk cId="2125533447" sldId="277"/>
        </pc:sldMkLst>
        <pc:spChg chg="mod">
          <ac:chgData name="Pavani" userId="24228c9c17fd64cb" providerId="LiveId" clId="{5BFA39E3-63DE-4503-A936-340727A57134}" dt="2022-11-30T05:20:49.796" v="85"/>
          <ac:spMkLst>
            <pc:docMk/>
            <pc:sldMk cId="2125533447" sldId="277"/>
            <ac:spMk id="2" creationId="{F2817E2B-FD62-6C1A-CE83-8C0F4F8FC345}"/>
          </ac:spMkLst>
        </pc:spChg>
        <pc:spChg chg="mod">
          <ac:chgData name="Pavani" userId="24228c9c17fd64cb" providerId="LiveId" clId="{5BFA39E3-63DE-4503-A936-340727A57134}" dt="2022-12-02T00:38:01.391" v="869" actId="33524"/>
          <ac:spMkLst>
            <pc:docMk/>
            <pc:sldMk cId="2125533447" sldId="277"/>
            <ac:spMk id="3" creationId="{9B9AFAA7-3550-DFA3-44D4-CE0127220090}"/>
          </ac:spMkLst>
        </pc:spChg>
        <pc:spChg chg="mod">
          <ac:chgData name="Pavani" userId="24228c9c17fd64cb" providerId="LiveId" clId="{5BFA39E3-63DE-4503-A936-340727A57134}" dt="2022-12-01T23:04:49.587" v="837" actId="14100"/>
          <ac:spMkLst>
            <pc:docMk/>
            <pc:sldMk cId="2125533447" sldId="277"/>
            <ac:spMk id="23" creationId="{714B6940-80EB-3F96-BFA3-F23D3D8A710C}"/>
          </ac:spMkLst>
        </pc:spChg>
        <pc:picChg chg="add mod">
          <ac:chgData name="Pavani" userId="24228c9c17fd64cb" providerId="LiveId" clId="{5BFA39E3-63DE-4503-A936-340727A57134}" dt="2022-12-01T23:04:45.519" v="836" actId="14100"/>
          <ac:picMkLst>
            <pc:docMk/>
            <pc:sldMk cId="2125533447" sldId="277"/>
            <ac:picMk id="4" creationId="{FB77EF13-7726-3595-252F-77FF9A9D67DC}"/>
          </ac:picMkLst>
        </pc:picChg>
        <pc:picChg chg="mod">
          <ac:chgData name="Pavani" userId="24228c9c17fd64cb" providerId="LiveId" clId="{5BFA39E3-63DE-4503-A936-340727A57134}" dt="2022-12-01T23:04:57.917" v="838" actId="1076"/>
          <ac:picMkLst>
            <pc:docMk/>
            <pc:sldMk cId="2125533447" sldId="277"/>
            <ac:picMk id="5" creationId="{8EFB3FF0-F5B6-8D9A-5F27-94816C3062BD}"/>
          </ac:picMkLst>
        </pc:picChg>
      </pc:sldChg>
      <pc:sldChg chg="addSp modSp new mod">
        <pc:chgData name="Pavani" userId="24228c9c17fd64cb" providerId="LiveId" clId="{5BFA39E3-63DE-4503-A936-340727A57134}" dt="2022-12-01T23:07:26.425" v="845" actId="1076"/>
        <pc:sldMkLst>
          <pc:docMk/>
          <pc:sldMk cId="660610911" sldId="278"/>
        </pc:sldMkLst>
        <pc:spChg chg="mod">
          <ac:chgData name="Pavani" userId="24228c9c17fd64cb" providerId="LiveId" clId="{5BFA39E3-63DE-4503-A936-340727A57134}" dt="2022-11-30T05:21:22.383" v="96" actId="20577"/>
          <ac:spMkLst>
            <pc:docMk/>
            <pc:sldMk cId="660610911" sldId="278"/>
            <ac:spMk id="2" creationId="{383E9934-6FB5-B9C3-6737-753AAE751972}"/>
          </ac:spMkLst>
        </pc:spChg>
        <pc:spChg chg="mod">
          <ac:chgData name="Pavani" userId="24228c9c17fd64cb" providerId="LiveId" clId="{5BFA39E3-63DE-4503-A936-340727A57134}" dt="2022-12-01T23:06:35.623" v="839" actId="14100"/>
          <ac:spMkLst>
            <pc:docMk/>
            <pc:sldMk cId="660610911" sldId="278"/>
            <ac:spMk id="3" creationId="{2CDADDA0-1BA5-9066-F6F7-7CDE841B4DA3}"/>
          </ac:spMkLst>
        </pc:spChg>
        <pc:picChg chg="mod">
          <ac:chgData name="Pavani" userId="24228c9c17fd64cb" providerId="LiveId" clId="{5BFA39E3-63DE-4503-A936-340727A57134}" dt="2022-12-01T23:06:39.591" v="840" actId="1076"/>
          <ac:picMkLst>
            <pc:docMk/>
            <pc:sldMk cId="660610911" sldId="278"/>
            <ac:picMk id="4" creationId="{54B80589-E4DE-3CD6-DFEC-F6C5A62ECF9E}"/>
          </ac:picMkLst>
        </pc:picChg>
        <pc:picChg chg="add mod">
          <ac:chgData name="Pavani" userId="24228c9c17fd64cb" providerId="LiveId" clId="{5BFA39E3-63DE-4503-A936-340727A57134}" dt="2022-12-01T23:07:26.425" v="845" actId="1076"/>
          <ac:picMkLst>
            <pc:docMk/>
            <pc:sldMk cId="660610911" sldId="278"/>
            <ac:picMk id="6" creationId="{1D63A142-A33A-9EDC-06A6-D8557BFA7E28}"/>
          </ac:picMkLst>
        </pc:picChg>
      </pc:sldChg>
      <pc:sldChg chg="modSp new mod">
        <pc:chgData name="Pavani" userId="24228c9c17fd64cb" providerId="LiveId" clId="{5BFA39E3-63DE-4503-A936-340727A57134}" dt="2022-11-30T05:23:35.498" v="106" actId="20577"/>
        <pc:sldMkLst>
          <pc:docMk/>
          <pc:sldMk cId="2526210061" sldId="279"/>
        </pc:sldMkLst>
        <pc:spChg chg="mod">
          <ac:chgData name="Pavani" userId="24228c9c17fd64cb" providerId="LiveId" clId="{5BFA39E3-63DE-4503-A936-340727A57134}" dt="2022-11-30T05:23:35.498" v="106" actId="20577"/>
          <ac:spMkLst>
            <pc:docMk/>
            <pc:sldMk cId="2526210061" sldId="279"/>
            <ac:spMk id="2" creationId="{6048A997-B427-0B05-EC00-EE023BA9267D}"/>
          </ac:spMkLst>
        </pc:spChg>
      </pc:sldChg>
      <pc:sldChg chg="new del">
        <pc:chgData name="Pavani" userId="24228c9c17fd64cb" providerId="LiveId" clId="{5BFA39E3-63DE-4503-A936-340727A57134}" dt="2022-11-30T19:37:47.239" v="192" actId="680"/>
        <pc:sldMkLst>
          <pc:docMk/>
          <pc:sldMk cId="3000243363" sldId="280"/>
        </pc:sldMkLst>
      </pc:sldChg>
    </pc:docChg>
  </pc:docChgLst>
  <pc:docChgLst>
    <pc:chgData name="Guest User" providerId="Windows Live" clId="Web-{46836F9C-75E4-49B2-9B77-2B17A6785E0C}"/>
    <pc:docChg chg="modSld">
      <pc:chgData name="Guest User" userId="" providerId="Windows Live" clId="Web-{46836F9C-75E4-49B2-9B77-2B17A6785E0C}" dt="2022-11-30T18:21:55.128" v="12" actId="20577"/>
      <pc:docMkLst>
        <pc:docMk/>
      </pc:docMkLst>
      <pc:sldChg chg="modSp">
        <pc:chgData name="Guest User" userId="" providerId="Windows Live" clId="Web-{46836F9C-75E4-49B2-9B77-2B17A6785E0C}" dt="2022-11-30T18:21:55.128" v="12" actId="20577"/>
        <pc:sldMkLst>
          <pc:docMk/>
          <pc:sldMk cId="1903691261" sldId="257"/>
        </pc:sldMkLst>
        <pc:spChg chg="mod">
          <ac:chgData name="Guest User" userId="" providerId="Windows Live" clId="Web-{46836F9C-75E4-49B2-9B77-2B17A6785E0C}" dt="2022-11-30T18:21:55.128" v="12" actId="20577"/>
          <ac:spMkLst>
            <pc:docMk/>
            <pc:sldMk cId="1903691261" sldId="257"/>
            <ac:spMk id="3" creationId="{AE517419-89C8-4BAD-DCFB-1A158F56B1EC}"/>
          </ac:spMkLst>
        </pc:spChg>
      </pc:sldChg>
    </pc:docChg>
  </pc:docChgLst>
  <pc:docChgLst>
    <pc:chgData name="Guest User" providerId="Windows Live" clId="Web-{9039CA93-21B4-42FF-8A4D-80E51A430B7E}"/>
    <pc:docChg chg="delSld modSld">
      <pc:chgData name="Guest User" userId="" providerId="Windows Live" clId="Web-{9039CA93-21B4-42FF-8A4D-80E51A430B7E}" dt="2022-11-30T20:45:14.446" v="1219"/>
      <pc:docMkLst>
        <pc:docMk/>
      </pc:docMkLst>
      <pc:sldChg chg="addSp delSp modSp addAnim delAnim modAnim">
        <pc:chgData name="Guest User" userId="" providerId="Windows Live" clId="Web-{9039CA93-21B4-42FF-8A4D-80E51A430B7E}" dt="2022-11-30T19:36:31.144" v="302"/>
        <pc:sldMkLst>
          <pc:docMk/>
          <pc:sldMk cId="2707866632" sldId="261"/>
        </pc:sldMkLst>
        <pc:spChg chg="mod">
          <ac:chgData name="Guest User" userId="" providerId="Windows Live" clId="Web-{9039CA93-21B4-42FF-8A4D-80E51A430B7E}" dt="2022-11-30T19:17:07.801" v="182" actId="20577"/>
          <ac:spMkLst>
            <pc:docMk/>
            <pc:sldMk cId="2707866632" sldId="261"/>
            <ac:spMk id="2" creationId="{5BF40B1F-97EC-5715-AC0A-4757F64F3846}"/>
          </ac:spMkLst>
        </pc:spChg>
        <pc:spChg chg="add del">
          <ac:chgData name="Guest User" userId="" providerId="Windows Live" clId="Web-{9039CA93-21B4-42FF-8A4D-80E51A430B7E}" dt="2022-11-30T19:00:07.496" v="9"/>
          <ac:spMkLst>
            <pc:docMk/>
            <pc:sldMk cId="2707866632" sldId="261"/>
            <ac:spMk id="133" creationId="{4EFE82FE-7465-AE46-88DF-34D347E83B84}"/>
          </ac:spMkLst>
        </pc:spChg>
        <pc:spChg chg="del mod">
          <ac:chgData name="Guest User" userId="" providerId="Windows Live" clId="Web-{9039CA93-21B4-42FF-8A4D-80E51A430B7E}" dt="2022-11-30T18:59:57.339" v="5"/>
          <ac:spMkLst>
            <pc:docMk/>
            <pc:sldMk cId="2707866632" sldId="261"/>
            <ac:spMk id="134" creationId="{15898AAC-0921-BE8A-544B-2B1D533F5F74}"/>
          </ac:spMkLst>
        </pc:spChg>
        <pc:spChg chg="add del">
          <ac:chgData name="Guest User" userId="" providerId="Windows Live" clId="Web-{9039CA93-21B4-42FF-8A4D-80E51A430B7E}" dt="2022-11-30T19:00:57.623" v="10"/>
          <ac:spMkLst>
            <pc:docMk/>
            <pc:sldMk cId="2707866632" sldId="261"/>
            <ac:spMk id="137" creationId="{7B32A398-E660-C465-31CE-B90BC6F81CC7}"/>
          </ac:spMkLst>
        </pc:spChg>
        <pc:spChg chg="add del">
          <ac:chgData name="Guest User" userId="" providerId="Windows Live" clId="Web-{9039CA93-21B4-42FF-8A4D-80E51A430B7E}" dt="2022-11-30T18:59:38.151" v="4"/>
          <ac:spMkLst>
            <pc:docMk/>
            <pc:sldMk cId="2707866632" sldId="261"/>
            <ac:spMk id="139" creationId="{4EFE82FE-7465-AE46-88DF-34D347E83B84}"/>
          </ac:spMkLst>
        </pc:spChg>
        <pc:spChg chg="add del">
          <ac:chgData name="Guest User" userId="" providerId="Windows Live" clId="Web-{9039CA93-21B4-42FF-8A4D-80E51A430B7E}" dt="2022-11-30T19:01:19.842" v="13"/>
          <ac:spMkLst>
            <pc:docMk/>
            <pc:sldMk cId="2707866632" sldId="261"/>
            <ac:spMk id="140" creationId="{4EFE82FE-7465-AE46-88DF-34D347E83B84}"/>
          </ac:spMkLst>
        </pc:spChg>
        <pc:spChg chg="add del">
          <ac:chgData name="Guest User" userId="" providerId="Windows Live" clId="Web-{9039CA93-21B4-42FF-8A4D-80E51A430B7E}" dt="2022-11-30T19:01:19.827" v="12"/>
          <ac:spMkLst>
            <pc:docMk/>
            <pc:sldMk cId="2707866632" sldId="261"/>
            <ac:spMk id="152" creationId="{17FA1CC5-00C8-AEAD-B5B0-5ADB346B32BD}"/>
          </ac:spMkLst>
        </pc:spChg>
        <pc:spChg chg="add del">
          <ac:chgData name="Guest User" userId="" providerId="Windows Live" clId="Web-{9039CA93-21B4-42FF-8A4D-80E51A430B7E}" dt="2022-11-30T19:01:19.827" v="12"/>
          <ac:spMkLst>
            <pc:docMk/>
            <pc:sldMk cId="2707866632" sldId="261"/>
            <ac:spMk id="155" creationId="{C7F2E4D6-EF46-1C43-8F3E-3620C3C83F36}"/>
          </ac:spMkLst>
        </pc:spChg>
        <pc:spChg chg="add del">
          <ac:chgData name="Guest User" userId="" providerId="Windows Live" clId="Web-{9039CA93-21B4-42FF-8A4D-80E51A430B7E}" dt="2022-11-30T19:02:29.111" v="22"/>
          <ac:spMkLst>
            <pc:docMk/>
            <pc:sldMk cId="2707866632" sldId="261"/>
            <ac:spMk id="165" creationId="{C7F2E4D6-EF46-1C43-8F3E-3620C3C83F36}"/>
          </ac:spMkLst>
        </pc:spChg>
        <pc:spChg chg="add del">
          <ac:chgData name="Guest User" userId="" providerId="Windows Live" clId="Web-{9039CA93-21B4-42FF-8A4D-80E51A430B7E}" dt="2022-11-30T19:00:07.480" v="8"/>
          <ac:spMkLst>
            <pc:docMk/>
            <pc:sldMk cId="2707866632" sldId="261"/>
            <ac:spMk id="166" creationId="{4EFE82FE-7465-AE46-88DF-34D347E83B84}"/>
          </ac:spMkLst>
        </pc:spChg>
        <pc:spChg chg="add mod">
          <ac:chgData name="Guest User" userId="" providerId="Windows Live" clId="Web-{9039CA93-21B4-42FF-8A4D-80E51A430B7E}" dt="2022-11-30T19:36:21.128" v="300" actId="20577"/>
          <ac:spMkLst>
            <pc:docMk/>
            <pc:sldMk cId="2707866632" sldId="261"/>
            <ac:spMk id="167" creationId="{132B40CE-2911-7CA6-DCA0-1950AD28D45A}"/>
          </ac:spMkLst>
        </pc:spChg>
        <pc:spChg chg="add del">
          <ac:chgData name="Guest User" userId="" providerId="Windows Live" clId="Web-{9039CA93-21B4-42FF-8A4D-80E51A430B7E}" dt="2022-11-30T19:02:13.298" v="17"/>
          <ac:spMkLst>
            <pc:docMk/>
            <pc:sldMk cId="2707866632" sldId="261"/>
            <ac:spMk id="203" creationId="{4EFE82FE-7465-AE46-88DF-34D347E83B84}"/>
          </ac:spMkLst>
        </pc:spChg>
        <pc:spChg chg="add del">
          <ac:chgData name="Guest User" userId="" providerId="Windows Live" clId="Web-{9039CA93-21B4-42FF-8A4D-80E51A430B7E}" dt="2022-11-30T19:02:29.111" v="21"/>
          <ac:spMkLst>
            <pc:docMk/>
            <pc:sldMk cId="2707866632" sldId="261"/>
            <ac:spMk id="215" creationId="{4EFE82FE-7465-AE46-88DF-34D347E83B84}"/>
          </ac:spMkLst>
        </pc:spChg>
        <pc:spChg chg="add del">
          <ac:chgData name="Guest User" userId="" providerId="Windows Live" clId="Web-{9039CA93-21B4-42FF-8A4D-80E51A430B7E}" dt="2022-11-30T19:04:12.224" v="36"/>
          <ac:spMkLst>
            <pc:docMk/>
            <pc:sldMk cId="2707866632" sldId="261"/>
            <ac:spMk id="219" creationId="{C7F2E4D6-EF46-1C43-8F3E-3620C3C83F36}"/>
          </ac:spMkLst>
        </pc:spChg>
        <pc:spChg chg="add">
          <ac:chgData name="Guest User" userId="" providerId="Windows Live" clId="Web-{9039CA93-21B4-42FF-8A4D-80E51A430B7E}" dt="2022-11-30T19:04:12.224" v="36"/>
          <ac:spMkLst>
            <pc:docMk/>
            <pc:sldMk cId="2707866632" sldId="261"/>
            <ac:spMk id="252" creationId="{4EFE82FE-7465-AE46-88DF-34D347E83B84}"/>
          </ac:spMkLst>
        </pc:spChg>
        <pc:grpChg chg="add del">
          <ac:chgData name="Guest User" userId="" providerId="Windows Live" clId="Web-{9039CA93-21B4-42FF-8A4D-80E51A430B7E}" dt="2022-11-30T19:00:07.496" v="9"/>
          <ac:grpSpMkLst>
            <pc:docMk/>
            <pc:sldMk cId="2707866632" sldId="261"/>
            <ac:grpSpMk id="90" creationId="{1B5E71B3-7269-894E-A00B-31D341365FC9}"/>
          </ac:grpSpMkLst>
        </pc:grpChg>
        <pc:grpChg chg="add del">
          <ac:chgData name="Guest User" userId="" providerId="Windows Live" clId="Web-{9039CA93-21B4-42FF-8A4D-80E51A430B7E}" dt="2022-11-30T19:00:07.480" v="8"/>
          <ac:grpSpMkLst>
            <pc:docMk/>
            <pc:sldMk cId="2707866632" sldId="261"/>
            <ac:grpSpMk id="138" creationId="{EB46B8FB-F6A2-5F47-A6CD-A7E17E69270F}"/>
          </ac:grpSpMkLst>
        </pc:grpChg>
        <pc:grpChg chg="add del">
          <ac:chgData name="Guest User" userId="" providerId="Windows Live" clId="Web-{9039CA93-21B4-42FF-8A4D-80E51A430B7E}" dt="2022-11-30T18:59:38.151" v="4"/>
          <ac:grpSpMkLst>
            <pc:docMk/>
            <pc:sldMk cId="2707866632" sldId="261"/>
            <ac:grpSpMk id="141" creationId="{0A30B600-877F-7746-B57D-25C3B476FE7A}"/>
          </ac:grpSpMkLst>
        </pc:grpChg>
        <pc:grpChg chg="add del">
          <ac:chgData name="Guest User" userId="" providerId="Windows Live" clId="Web-{9039CA93-21B4-42FF-8A4D-80E51A430B7E}" dt="2022-11-30T19:01:19.842" v="13"/>
          <ac:grpSpMkLst>
            <pc:docMk/>
            <pc:sldMk cId="2707866632" sldId="261"/>
            <ac:grpSpMk id="142" creationId="{1B5E71B3-7269-894E-A00B-31D341365FC9}"/>
          </ac:grpSpMkLst>
        </pc:grpChg>
        <pc:grpChg chg="add del">
          <ac:chgData name="Guest User" userId="" providerId="Windows Live" clId="Web-{9039CA93-21B4-42FF-8A4D-80E51A430B7E}" dt="2022-11-30T19:01:19.827" v="12"/>
          <ac:grpSpMkLst>
            <pc:docMk/>
            <pc:sldMk cId="2707866632" sldId="261"/>
            <ac:grpSpMk id="157" creationId="{05ADD15B-C747-D340-BF8A-A1DD2A6A9324}"/>
          </ac:grpSpMkLst>
        </pc:grpChg>
        <pc:grpChg chg="add del">
          <ac:chgData name="Guest User" userId="" providerId="Windows Live" clId="Web-{9039CA93-21B4-42FF-8A4D-80E51A430B7E}" dt="2022-11-30T19:00:07.480" v="8"/>
          <ac:grpSpMkLst>
            <pc:docMk/>
            <pc:sldMk cId="2707866632" sldId="261"/>
            <ac:grpSpMk id="168" creationId="{665B630C-8A26-BF40-AD00-AAAB3F8DFB58}"/>
          </ac:grpSpMkLst>
        </pc:grpChg>
        <pc:grpChg chg="add del">
          <ac:chgData name="Guest User" userId="" providerId="Windows Live" clId="Web-{9039CA93-21B4-42FF-8A4D-80E51A430B7E}" dt="2022-11-30T19:02:29.111" v="22"/>
          <ac:grpSpMkLst>
            <pc:docMk/>
            <pc:sldMk cId="2707866632" sldId="261"/>
            <ac:grpSpMk id="169" creationId="{05ADD15B-C747-D340-BF8A-A1DD2A6A9324}"/>
          </ac:grpSpMkLst>
        </pc:grpChg>
        <pc:grpChg chg="add del">
          <ac:chgData name="Guest User" userId="" providerId="Windows Live" clId="Web-{9039CA93-21B4-42FF-8A4D-80E51A430B7E}" dt="2022-11-30T19:02:13.298" v="17"/>
          <ac:grpSpMkLst>
            <pc:docMk/>
            <pc:sldMk cId="2707866632" sldId="261"/>
            <ac:grpSpMk id="175" creationId="{EB46B8FB-F6A2-5F47-A6CD-A7E17E69270F}"/>
          </ac:grpSpMkLst>
        </pc:grpChg>
        <pc:grpChg chg="add del">
          <ac:chgData name="Guest User" userId="" providerId="Windows Live" clId="Web-{9039CA93-21B4-42FF-8A4D-80E51A430B7E}" dt="2022-11-30T19:04:12.224" v="36"/>
          <ac:grpSpMkLst>
            <pc:docMk/>
            <pc:sldMk cId="2707866632" sldId="261"/>
            <ac:grpSpMk id="177" creationId="{05ADD15B-C747-D340-BF8A-A1DD2A6A9324}"/>
          </ac:grpSpMkLst>
        </pc:grpChg>
        <pc:grpChg chg="add del">
          <ac:chgData name="Guest User" userId="" providerId="Windows Live" clId="Web-{9039CA93-21B4-42FF-8A4D-80E51A430B7E}" dt="2022-11-30T19:02:13.298" v="17"/>
          <ac:grpSpMkLst>
            <pc:docMk/>
            <pc:sldMk cId="2707866632" sldId="261"/>
            <ac:grpSpMk id="205" creationId="{665B630C-8A26-BF40-AD00-AAAB3F8DFB58}"/>
          </ac:grpSpMkLst>
        </pc:grpChg>
        <pc:grpChg chg="add del">
          <ac:chgData name="Guest User" userId="" providerId="Windows Live" clId="Web-{9039CA93-21B4-42FF-8A4D-80E51A430B7E}" dt="2022-11-30T19:02:29.111" v="21"/>
          <ac:grpSpMkLst>
            <pc:docMk/>
            <pc:sldMk cId="2707866632" sldId="261"/>
            <ac:grpSpMk id="213" creationId="{EB46B8FB-F6A2-5F47-A6CD-A7E17E69270F}"/>
          </ac:grpSpMkLst>
        </pc:grpChg>
        <pc:grpChg chg="add del">
          <ac:chgData name="Guest User" userId="" providerId="Windows Live" clId="Web-{9039CA93-21B4-42FF-8A4D-80E51A430B7E}" dt="2022-11-30T19:02:29.111" v="21"/>
          <ac:grpSpMkLst>
            <pc:docMk/>
            <pc:sldMk cId="2707866632" sldId="261"/>
            <ac:grpSpMk id="216" creationId="{BCFFF971-DAC9-F44B-9F22-4B030B6B61B3}"/>
          </ac:grpSpMkLst>
        </pc:grpChg>
        <pc:grpChg chg="add">
          <ac:chgData name="Guest User" userId="" providerId="Windows Live" clId="Web-{9039CA93-21B4-42FF-8A4D-80E51A430B7E}" dt="2022-11-30T19:04:12.224" v="36"/>
          <ac:grpSpMkLst>
            <pc:docMk/>
            <pc:sldMk cId="2707866632" sldId="261"/>
            <ac:grpSpMk id="224" creationId="{EB46B8FB-F6A2-5F47-A6CD-A7E17E69270F}"/>
          </ac:grpSpMkLst>
        </pc:grpChg>
        <pc:grpChg chg="add">
          <ac:chgData name="Guest User" userId="" providerId="Windows Live" clId="Web-{9039CA93-21B4-42FF-8A4D-80E51A430B7E}" dt="2022-11-30T19:04:12.224" v="36"/>
          <ac:grpSpMkLst>
            <pc:docMk/>
            <pc:sldMk cId="2707866632" sldId="261"/>
            <ac:grpSpMk id="254" creationId="{1D57BA6D-167D-7240-B3FE-008D1E6950E3}"/>
          </ac:grpSpMkLst>
        </pc:grpChg>
        <pc:picChg chg="add mod ord">
          <ac:chgData name="Guest User" userId="" providerId="Windows Live" clId="Web-{9039CA93-21B4-42FF-8A4D-80E51A430B7E}" dt="2022-11-30T19:04:12.224" v="36"/>
          <ac:picMkLst>
            <pc:docMk/>
            <pc:sldMk cId="2707866632" sldId="261"/>
            <ac:picMk id="3" creationId="{776D308D-69E9-607B-D09C-C0F39138F418}"/>
          </ac:picMkLst>
        </pc:picChg>
        <pc:picChg chg="del">
          <ac:chgData name="Guest User" userId="" providerId="Windows Live" clId="Web-{9039CA93-21B4-42FF-8A4D-80E51A430B7E}" dt="2022-11-30T18:54:49.124" v="0"/>
          <ac:picMkLst>
            <pc:docMk/>
            <pc:sldMk cId="2707866632" sldId="261"/>
            <ac:picMk id="4" creationId="{C6576604-18CC-7881-3064-FEECA62E7B2F}"/>
          </ac:picMkLst>
        </pc:picChg>
        <pc:picChg chg="add mod ord">
          <ac:chgData name="Guest User" userId="" providerId="Windows Live" clId="Web-{9039CA93-21B4-42FF-8A4D-80E51A430B7E}" dt="2022-11-30T19:04:12.224" v="36"/>
          <ac:picMkLst>
            <pc:docMk/>
            <pc:sldMk cId="2707866632" sldId="261"/>
            <ac:picMk id="5" creationId="{93D08D18-D62F-1657-47CE-54064F3F9542}"/>
          </ac:picMkLst>
        </pc:picChg>
        <pc:cxnChg chg="add del">
          <ac:chgData name="Guest User" userId="" providerId="Windows Live" clId="Web-{9039CA93-21B4-42FF-8A4D-80E51A430B7E}" dt="2022-11-30T19:00:07.496" v="9"/>
          <ac:cxnSpMkLst>
            <pc:docMk/>
            <pc:sldMk cId="2707866632" sldId="261"/>
            <ac:cxnSpMk id="96" creationId="{A0A01F17-907D-3541-BBAF-A33828880DCE}"/>
          </ac:cxnSpMkLst>
        </pc:cxnChg>
        <pc:cxnChg chg="add del">
          <ac:chgData name="Guest User" userId="" providerId="Windows Live" clId="Web-{9039CA93-21B4-42FF-8A4D-80E51A430B7E}" dt="2022-11-30T19:01:19.842" v="13"/>
          <ac:cxnSpMkLst>
            <pc:docMk/>
            <pc:sldMk cId="2707866632" sldId="261"/>
            <ac:cxnSpMk id="148" creationId="{A0A01F17-907D-3541-BBAF-A33828880DCE}"/>
          </ac:cxnSpMkLst>
        </pc:cxnChg>
        <pc:cxnChg chg="add del">
          <ac:chgData name="Guest User" userId="" providerId="Windows Live" clId="Web-{9039CA93-21B4-42FF-8A4D-80E51A430B7E}" dt="2022-11-30T18:59:38.151" v="4"/>
          <ac:cxnSpMkLst>
            <pc:docMk/>
            <pc:sldMk cId="2707866632" sldId="261"/>
            <ac:cxnSpMk id="149" creationId="{BE2AC807-9FDE-674F-84BF-EC319D683243}"/>
          </ac:cxnSpMkLst>
        </pc:cxnChg>
        <pc:cxnChg chg="add del">
          <ac:chgData name="Guest User" userId="" providerId="Windows Live" clId="Web-{9039CA93-21B4-42FF-8A4D-80E51A430B7E}" dt="2022-11-30T19:01:19.827" v="12"/>
          <ac:cxnSpMkLst>
            <pc:docMk/>
            <pc:sldMk cId="2707866632" sldId="261"/>
            <ac:cxnSpMk id="163" creationId="{1FE039F1-6D47-C642-B506-452A83B0AB11}"/>
          </ac:cxnSpMkLst>
        </pc:cxnChg>
        <pc:cxnChg chg="add del">
          <ac:chgData name="Guest User" userId="" providerId="Windows Live" clId="Web-{9039CA93-21B4-42FF-8A4D-80E51A430B7E}" dt="2022-11-30T19:00:07.480" v="8"/>
          <ac:cxnSpMkLst>
            <pc:docMk/>
            <pc:sldMk cId="2707866632" sldId="261"/>
            <ac:cxnSpMk id="164" creationId="{D33A3282-0389-C547-8CA6-7F3E7F27B34D}"/>
          </ac:cxnSpMkLst>
        </pc:cxnChg>
        <pc:cxnChg chg="add del">
          <ac:chgData name="Guest User" userId="" providerId="Windows Live" clId="Web-{9039CA93-21B4-42FF-8A4D-80E51A430B7E}" dt="2022-11-30T19:02:29.111" v="22"/>
          <ac:cxnSpMkLst>
            <pc:docMk/>
            <pc:sldMk cId="2707866632" sldId="261"/>
            <ac:cxnSpMk id="170" creationId="{1FE039F1-6D47-C642-B506-452A83B0AB11}"/>
          </ac:cxnSpMkLst>
        </pc:cxnChg>
        <pc:cxnChg chg="add del">
          <ac:chgData name="Guest User" userId="" providerId="Windows Live" clId="Web-{9039CA93-21B4-42FF-8A4D-80E51A430B7E}" dt="2022-11-30T19:00:07.480" v="8"/>
          <ac:cxnSpMkLst>
            <pc:docMk/>
            <pc:sldMk cId="2707866632" sldId="261"/>
            <ac:cxnSpMk id="174" creationId="{EEA70831-9A8D-3B4D-8EA5-EE32F93E94E9}"/>
          </ac:cxnSpMkLst>
        </pc:cxnChg>
        <pc:cxnChg chg="add del">
          <ac:chgData name="Guest User" userId="" providerId="Windows Live" clId="Web-{9039CA93-21B4-42FF-8A4D-80E51A430B7E}" dt="2022-11-30T19:04:12.224" v="36"/>
          <ac:cxnSpMkLst>
            <pc:docMk/>
            <pc:sldMk cId="2707866632" sldId="261"/>
            <ac:cxnSpMk id="183" creationId="{1FE039F1-6D47-C642-B506-452A83B0AB11}"/>
          </ac:cxnSpMkLst>
        </pc:cxnChg>
        <pc:cxnChg chg="add del">
          <ac:chgData name="Guest User" userId="" providerId="Windows Live" clId="Web-{9039CA93-21B4-42FF-8A4D-80E51A430B7E}" dt="2022-11-30T19:02:13.298" v="17"/>
          <ac:cxnSpMkLst>
            <pc:docMk/>
            <pc:sldMk cId="2707866632" sldId="261"/>
            <ac:cxnSpMk id="201" creationId="{D33A3282-0389-C547-8CA6-7F3E7F27B34D}"/>
          </ac:cxnSpMkLst>
        </pc:cxnChg>
        <pc:cxnChg chg="add del">
          <ac:chgData name="Guest User" userId="" providerId="Windows Live" clId="Web-{9039CA93-21B4-42FF-8A4D-80E51A430B7E}" dt="2022-11-30T19:02:13.298" v="17"/>
          <ac:cxnSpMkLst>
            <pc:docMk/>
            <pc:sldMk cId="2707866632" sldId="261"/>
            <ac:cxnSpMk id="211" creationId="{EEA70831-9A8D-3B4D-8EA5-EE32F93E94E9}"/>
          </ac:cxnSpMkLst>
        </pc:cxnChg>
        <pc:cxnChg chg="add del">
          <ac:chgData name="Guest User" userId="" providerId="Windows Live" clId="Web-{9039CA93-21B4-42FF-8A4D-80E51A430B7E}" dt="2022-11-30T19:02:29.111" v="21"/>
          <ac:cxnSpMkLst>
            <pc:docMk/>
            <pc:sldMk cId="2707866632" sldId="261"/>
            <ac:cxnSpMk id="214" creationId="{D33A3282-0389-C547-8CA6-7F3E7F27B34D}"/>
          </ac:cxnSpMkLst>
        </pc:cxnChg>
        <pc:cxnChg chg="add del">
          <ac:chgData name="Guest User" userId="" providerId="Windows Live" clId="Web-{9039CA93-21B4-42FF-8A4D-80E51A430B7E}" dt="2022-11-30T19:02:29.111" v="21"/>
          <ac:cxnSpMkLst>
            <pc:docMk/>
            <pc:sldMk cId="2707866632" sldId="261"/>
            <ac:cxnSpMk id="217" creationId="{51D4F49C-5EE1-6C4F-858E-AE02CC2CD5BB}"/>
          </ac:cxnSpMkLst>
        </pc:cxnChg>
        <pc:cxnChg chg="add">
          <ac:chgData name="Guest User" userId="" providerId="Windows Live" clId="Web-{9039CA93-21B4-42FF-8A4D-80E51A430B7E}" dt="2022-11-30T19:04:12.224" v="36"/>
          <ac:cxnSpMkLst>
            <pc:docMk/>
            <pc:sldMk cId="2707866632" sldId="261"/>
            <ac:cxnSpMk id="250" creationId="{D33A3282-0389-C547-8CA6-7F3E7F27B34D}"/>
          </ac:cxnSpMkLst>
        </pc:cxnChg>
        <pc:cxnChg chg="add">
          <ac:chgData name="Guest User" userId="" providerId="Windows Live" clId="Web-{9039CA93-21B4-42FF-8A4D-80E51A430B7E}" dt="2022-11-30T19:04:12.224" v="36"/>
          <ac:cxnSpMkLst>
            <pc:docMk/>
            <pc:sldMk cId="2707866632" sldId="261"/>
            <ac:cxnSpMk id="263" creationId="{EEA70831-9A8D-3B4D-8EA5-EE32F93E94E9}"/>
          </ac:cxnSpMkLst>
        </pc:cxnChg>
        <pc:cxnChg chg="add">
          <ac:chgData name="Guest User" userId="" providerId="Windows Live" clId="Web-{9039CA93-21B4-42FF-8A4D-80E51A430B7E}" dt="2022-11-30T19:04:12.224" v="36"/>
          <ac:cxnSpMkLst>
            <pc:docMk/>
            <pc:sldMk cId="2707866632" sldId="261"/>
            <ac:cxnSpMk id="265" creationId="{7EEC119C-80B3-DB42-967C-CFC27AAEFAFA}"/>
          </ac:cxnSpMkLst>
        </pc:cxnChg>
      </pc:sldChg>
      <pc:sldChg chg="del">
        <pc:chgData name="Guest User" userId="" providerId="Windows Live" clId="Web-{9039CA93-21B4-42FF-8A4D-80E51A430B7E}" dt="2022-11-30T19:37:10.364" v="303"/>
        <pc:sldMkLst>
          <pc:docMk/>
          <pc:sldMk cId="319898677" sldId="262"/>
        </pc:sldMkLst>
      </pc:sldChg>
      <pc:sldChg chg="addSp delSp modSp">
        <pc:chgData name="Guest User" userId="" providerId="Windows Live" clId="Web-{9039CA93-21B4-42FF-8A4D-80E51A430B7E}" dt="2022-11-30T19:50:35.177" v="686" actId="20577"/>
        <pc:sldMkLst>
          <pc:docMk/>
          <pc:sldMk cId="1155740690" sldId="263"/>
        </pc:sldMkLst>
        <pc:spChg chg="mod">
          <ac:chgData name="Guest User" userId="" providerId="Windows Live" clId="Web-{9039CA93-21B4-42FF-8A4D-80E51A430B7E}" dt="2022-11-30T19:50:35.177" v="686" actId="20577"/>
          <ac:spMkLst>
            <pc:docMk/>
            <pc:sldMk cId="1155740690" sldId="263"/>
            <ac:spMk id="2" creationId="{2F052C35-58BC-B3BC-AC1C-7386B5D4AEF6}"/>
          </ac:spMkLst>
        </pc:spChg>
        <pc:spChg chg="add del">
          <ac:chgData name="Guest User" userId="" providerId="Windows Live" clId="Web-{9039CA93-21B4-42FF-8A4D-80E51A430B7E}" dt="2022-11-30T19:45:20.524" v="488"/>
          <ac:spMkLst>
            <pc:docMk/>
            <pc:sldMk cId="1155740690" sldId="263"/>
            <ac:spMk id="3" creationId="{40C51C21-41D7-79D1-B0B4-EF790424C085}"/>
          </ac:spMkLst>
        </pc:spChg>
        <pc:spChg chg="mod">
          <ac:chgData name="Guest User" userId="" providerId="Windows Live" clId="Web-{9039CA93-21B4-42FF-8A4D-80E51A430B7E}" dt="2022-11-30T19:50:24.005" v="684" actId="20577"/>
          <ac:spMkLst>
            <pc:docMk/>
            <pc:sldMk cId="1155740690" sldId="263"/>
            <ac:spMk id="8" creationId="{B85DE3DF-2C2F-C072-4AEA-5C74BC1AE91F}"/>
          </ac:spMkLst>
        </pc:spChg>
      </pc:sldChg>
      <pc:sldChg chg="addSp delSp modSp">
        <pc:chgData name="Guest User" userId="" providerId="Windows Live" clId="Web-{9039CA93-21B4-42FF-8A4D-80E51A430B7E}" dt="2022-11-30T20:23:38.333" v="749" actId="20577"/>
        <pc:sldMkLst>
          <pc:docMk/>
          <pc:sldMk cId="3771970641" sldId="264"/>
        </pc:sldMkLst>
        <pc:spChg chg="mod">
          <ac:chgData name="Guest User" userId="" providerId="Windows Live" clId="Web-{9039CA93-21B4-42FF-8A4D-80E51A430B7E}" dt="2022-11-30T20:23:38.333" v="749" actId="20577"/>
          <ac:spMkLst>
            <pc:docMk/>
            <pc:sldMk cId="3771970641" sldId="264"/>
            <ac:spMk id="8" creationId="{FD7867F5-5B47-62CE-DE73-1C06320D147A}"/>
          </ac:spMkLst>
        </pc:spChg>
        <pc:spChg chg="del">
          <ac:chgData name="Guest User" userId="" providerId="Windows Live" clId="Web-{9039CA93-21B4-42FF-8A4D-80E51A430B7E}" dt="2022-11-30T20:19:53.168" v="687"/>
          <ac:spMkLst>
            <pc:docMk/>
            <pc:sldMk cId="3771970641" sldId="264"/>
            <ac:spMk id="11" creationId="{C7F2E4D6-EF46-1C43-8F3E-3620C3C83F36}"/>
          </ac:spMkLst>
        </pc:spChg>
        <pc:spChg chg="add">
          <ac:chgData name="Guest User" userId="" providerId="Windows Live" clId="Web-{9039CA93-21B4-42FF-8A4D-80E51A430B7E}" dt="2022-11-30T20:19:53.168" v="687"/>
          <ac:spMkLst>
            <pc:docMk/>
            <pc:sldMk cId="3771970641" sldId="264"/>
            <ac:spMk id="27" creationId="{C7F2E4D6-EF46-1C43-8F3E-3620C3C83F36}"/>
          </ac:spMkLst>
        </pc:spChg>
        <pc:grpChg chg="del">
          <ac:chgData name="Guest User" userId="" providerId="Windows Live" clId="Web-{9039CA93-21B4-42FF-8A4D-80E51A430B7E}" dt="2022-11-30T20:19:53.168" v="687"/>
          <ac:grpSpMkLst>
            <pc:docMk/>
            <pc:sldMk cId="3771970641" sldId="264"/>
            <ac:grpSpMk id="15" creationId="{3FCE1FB7-7E83-C242-A5AD-4646FBE1C99B}"/>
          </ac:grpSpMkLst>
        </pc:grpChg>
        <pc:grpChg chg="add">
          <ac:chgData name="Guest User" userId="" providerId="Windows Live" clId="Web-{9039CA93-21B4-42FF-8A4D-80E51A430B7E}" dt="2022-11-30T20:19:53.168" v="687"/>
          <ac:grpSpMkLst>
            <pc:docMk/>
            <pc:sldMk cId="3771970641" sldId="264"/>
            <ac:grpSpMk id="31" creationId="{0D40C408-1C95-CC45-87A7-61CE8B1F9362}"/>
          </ac:grpSpMkLst>
        </pc:grpChg>
        <pc:picChg chg="mod">
          <ac:chgData name="Guest User" userId="" providerId="Windows Live" clId="Web-{9039CA93-21B4-42FF-8A4D-80E51A430B7E}" dt="2022-11-30T20:19:53.168" v="687"/>
          <ac:picMkLst>
            <pc:docMk/>
            <pc:sldMk cId="3771970641" sldId="264"/>
            <ac:picMk id="4" creationId="{009123FF-CD17-C771-E71B-C1AF49F7B8BF}"/>
          </ac:picMkLst>
        </pc:picChg>
        <pc:cxnChg chg="del">
          <ac:chgData name="Guest User" userId="" providerId="Windows Live" clId="Web-{9039CA93-21B4-42FF-8A4D-80E51A430B7E}" dt="2022-11-30T20:19:53.168" v="687"/>
          <ac:cxnSpMkLst>
            <pc:docMk/>
            <pc:sldMk cId="3771970641" sldId="264"/>
            <ac:cxnSpMk id="13" creationId="{BF3CF3DF-4809-5B42-9F22-981391379297}"/>
          </ac:cxnSpMkLst>
        </pc:cxnChg>
        <pc:cxnChg chg="add">
          <ac:chgData name="Guest User" userId="" providerId="Windows Live" clId="Web-{9039CA93-21B4-42FF-8A4D-80E51A430B7E}" dt="2022-11-30T20:19:53.168" v="687"/>
          <ac:cxnSpMkLst>
            <pc:docMk/>
            <pc:sldMk cId="3771970641" sldId="264"/>
            <ac:cxnSpMk id="29" creationId="{BF3CF3DF-4809-5B42-9F22-981391379297}"/>
          </ac:cxnSpMkLst>
        </pc:cxnChg>
      </pc:sldChg>
      <pc:sldChg chg="addSp delSp modSp">
        <pc:chgData name="Guest User" userId="" providerId="Windows Live" clId="Web-{9039CA93-21B4-42FF-8A4D-80E51A430B7E}" dt="2022-11-30T20:45:10.899" v="1218" actId="20577"/>
        <pc:sldMkLst>
          <pc:docMk/>
          <pc:sldMk cId="761928941" sldId="265"/>
        </pc:sldMkLst>
        <pc:spChg chg="mod">
          <ac:chgData name="Guest User" userId="" providerId="Windows Live" clId="Web-{9039CA93-21B4-42FF-8A4D-80E51A430B7E}" dt="2022-11-30T20:45:10.899" v="1218" actId="20577"/>
          <ac:spMkLst>
            <pc:docMk/>
            <pc:sldMk cId="761928941" sldId="265"/>
            <ac:spMk id="2" creationId="{646BCBF3-F21E-9B04-BCD2-E1C3957E308B}"/>
          </ac:spMkLst>
        </pc:spChg>
        <pc:spChg chg="add del">
          <ac:chgData name="Guest User" userId="" providerId="Windows Live" clId="Web-{9039CA93-21B4-42FF-8A4D-80E51A430B7E}" dt="2022-11-30T20:41:22.218" v="1119"/>
          <ac:spMkLst>
            <pc:docMk/>
            <pc:sldMk cId="761928941" sldId="265"/>
            <ac:spMk id="5" creationId="{3E6257C2-C3B6-7113-2626-E7EC994ED786}"/>
          </ac:spMkLst>
        </pc:spChg>
        <pc:spChg chg="add del">
          <ac:chgData name="Guest User" userId="" providerId="Windows Live" clId="Web-{9039CA93-21B4-42FF-8A4D-80E51A430B7E}" dt="2022-11-30T20:41:55.063" v="1142"/>
          <ac:spMkLst>
            <pc:docMk/>
            <pc:sldMk cId="761928941" sldId="265"/>
            <ac:spMk id="6" creationId="{029EEA0D-7F4F-5774-4E71-6A4A32A01DCC}"/>
          </ac:spMkLst>
        </pc:spChg>
        <pc:spChg chg="del">
          <ac:chgData name="Guest User" userId="" providerId="Windows Live" clId="Web-{9039CA93-21B4-42FF-8A4D-80E51A430B7E}" dt="2022-11-30T20:27:09.482" v="750"/>
          <ac:spMkLst>
            <pc:docMk/>
            <pc:sldMk cId="761928941" sldId="265"/>
            <ac:spMk id="8" creationId="{BC500BB9-C0A5-5475-293B-CE44148E38E7}"/>
          </ac:spMkLst>
        </pc:spChg>
        <pc:spChg chg="del">
          <ac:chgData name="Guest User" userId="" providerId="Windows Live" clId="Web-{9039CA93-21B4-42FF-8A4D-80E51A430B7E}" dt="2022-11-30T20:27:21.326" v="751"/>
          <ac:spMkLst>
            <pc:docMk/>
            <pc:sldMk cId="761928941" sldId="265"/>
            <ac:spMk id="11" creationId="{4EFE82FE-7465-AE46-88DF-34D347E83B84}"/>
          </ac:spMkLst>
        </pc:spChg>
        <pc:spChg chg="add mod">
          <ac:chgData name="Guest User" userId="" providerId="Windows Live" clId="Web-{9039CA93-21B4-42FF-8A4D-80E51A430B7E}" dt="2022-11-30T20:37:51.788" v="1031"/>
          <ac:spMkLst>
            <pc:docMk/>
            <pc:sldMk cId="761928941" sldId="265"/>
            <ac:spMk id="23" creationId="{5342DC87-F7FF-669C-AEA2-DC29F64562E8}"/>
          </ac:spMkLst>
        </pc:spChg>
        <pc:spChg chg="add del">
          <ac:chgData name="Guest User" userId="" providerId="Windows Live" clId="Web-{9039CA93-21B4-42FF-8A4D-80E51A430B7E}" dt="2022-11-30T20:28:23.141" v="763"/>
          <ac:spMkLst>
            <pc:docMk/>
            <pc:sldMk cId="761928941" sldId="265"/>
            <ac:spMk id="26" creationId="{C7F2E4D6-EF46-1C43-8F3E-3620C3C83F36}"/>
          </ac:spMkLst>
        </pc:spChg>
        <pc:spChg chg="add del">
          <ac:chgData name="Guest User" userId="" providerId="Windows Live" clId="Web-{9039CA93-21B4-42FF-8A4D-80E51A430B7E}" dt="2022-11-30T20:28:04.500" v="760"/>
          <ac:spMkLst>
            <pc:docMk/>
            <pc:sldMk cId="761928941" sldId="265"/>
            <ac:spMk id="39" creationId="{C7F2E4D6-EF46-1C43-8F3E-3620C3C83F36}"/>
          </ac:spMkLst>
        </pc:spChg>
        <pc:spChg chg="add del">
          <ac:chgData name="Guest User" userId="" providerId="Windows Live" clId="Web-{9039CA93-21B4-42FF-8A4D-80E51A430B7E}" dt="2022-11-30T20:28:23.125" v="762"/>
          <ac:spMkLst>
            <pc:docMk/>
            <pc:sldMk cId="761928941" sldId="265"/>
            <ac:spMk id="49" creationId="{C7F2E4D6-EF46-1C43-8F3E-3620C3C83F36}"/>
          </ac:spMkLst>
        </pc:spChg>
        <pc:spChg chg="add del">
          <ac:chgData name="Guest User" userId="" providerId="Windows Live" clId="Web-{9039CA93-21B4-42FF-8A4D-80E51A430B7E}" dt="2022-11-30T20:37:51.788" v="1031"/>
          <ac:spMkLst>
            <pc:docMk/>
            <pc:sldMk cId="761928941" sldId="265"/>
            <ac:spMk id="53" creationId="{C7F2E4D6-EF46-1C43-8F3E-3620C3C83F36}"/>
          </ac:spMkLst>
        </pc:spChg>
        <pc:spChg chg="add del">
          <ac:chgData name="Guest User" userId="" providerId="Windows Live" clId="Web-{9039CA93-21B4-42FF-8A4D-80E51A430B7E}" dt="2022-11-30T20:37:51.788" v="1030"/>
          <ac:spMkLst>
            <pc:docMk/>
            <pc:sldMk cId="761928941" sldId="265"/>
            <ac:spMk id="60" creationId="{C7F2E4D6-EF46-1C43-8F3E-3620C3C83F36}"/>
          </ac:spMkLst>
        </pc:spChg>
        <pc:spChg chg="add">
          <ac:chgData name="Guest User" userId="" providerId="Windows Live" clId="Web-{9039CA93-21B4-42FF-8A4D-80E51A430B7E}" dt="2022-11-30T20:37:51.788" v="1031"/>
          <ac:spMkLst>
            <pc:docMk/>
            <pc:sldMk cId="761928941" sldId="265"/>
            <ac:spMk id="70" creationId="{C7F2E4D6-EF46-1C43-8F3E-3620C3C83F36}"/>
          </ac:spMkLst>
        </pc:spChg>
        <pc:grpChg chg="del">
          <ac:chgData name="Guest User" userId="" providerId="Windows Live" clId="Web-{9039CA93-21B4-42FF-8A4D-80E51A430B7E}" dt="2022-11-30T20:27:21.326" v="751"/>
          <ac:grpSpMkLst>
            <pc:docMk/>
            <pc:sldMk cId="761928941" sldId="265"/>
            <ac:grpSpMk id="13" creationId="{1B5E71B3-7269-894E-A00B-31D341365FC9}"/>
          </ac:grpSpMkLst>
        </pc:grpChg>
        <pc:grpChg chg="add del">
          <ac:chgData name="Guest User" userId="" providerId="Windows Live" clId="Web-{9039CA93-21B4-42FF-8A4D-80E51A430B7E}" dt="2022-11-30T20:28:23.141" v="763"/>
          <ac:grpSpMkLst>
            <pc:docMk/>
            <pc:sldMk cId="761928941" sldId="265"/>
            <ac:grpSpMk id="28" creationId="{2ACBB827-9A2D-D449-9686-F47D2A20EFE1}"/>
          </ac:grpSpMkLst>
        </pc:grpChg>
        <pc:grpChg chg="add del">
          <ac:chgData name="Guest User" userId="" providerId="Windows Live" clId="Web-{9039CA93-21B4-42FF-8A4D-80E51A430B7E}" dt="2022-11-30T20:28:04.500" v="760"/>
          <ac:grpSpMkLst>
            <pc:docMk/>
            <pc:sldMk cId="761928941" sldId="265"/>
            <ac:grpSpMk id="41" creationId="{2ACBB827-9A2D-D449-9686-F47D2A20EFE1}"/>
          </ac:grpSpMkLst>
        </pc:grpChg>
        <pc:grpChg chg="add del">
          <ac:chgData name="Guest User" userId="" providerId="Windows Live" clId="Web-{9039CA93-21B4-42FF-8A4D-80E51A430B7E}" dt="2022-11-30T20:28:23.125" v="762"/>
          <ac:grpSpMkLst>
            <pc:docMk/>
            <pc:sldMk cId="761928941" sldId="265"/>
            <ac:grpSpMk id="50" creationId="{2ACBB827-9A2D-D449-9686-F47D2A20EFE1}"/>
          </ac:grpSpMkLst>
        </pc:grpChg>
        <pc:grpChg chg="add del">
          <ac:chgData name="Guest User" userId="" providerId="Windows Live" clId="Web-{9039CA93-21B4-42FF-8A4D-80E51A430B7E}" dt="2022-11-30T20:37:51.788" v="1031"/>
          <ac:grpSpMkLst>
            <pc:docMk/>
            <pc:sldMk cId="761928941" sldId="265"/>
            <ac:grpSpMk id="54" creationId="{05ADD15B-C747-D340-BF8A-A1DD2A6A9324}"/>
          </ac:grpSpMkLst>
        </pc:grpChg>
        <pc:grpChg chg="add del">
          <ac:chgData name="Guest User" userId="" providerId="Windows Live" clId="Web-{9039CA93-21B4-42FF-8A4D-80E51A430B7E}" dt="2022-11-30T20:37:51.788" v="1030"/>
          <ac:grpSpMkLst>
            <pc:docMk/>
            <pc:sldMk cId="761928941" sldId="265"/>
            <ac:grpSpMk id="62" creationId="{2ACBB827-9A2D-D449-9686-F47D2A20EFE1}"/>
          </ac:grpSpMkLst>
        </pc:grpChg>
        <pc:grpChg chg="add">
          <ac:chgData name="Guest User" userId="" providerId="Windows Live" clId="Web-{9039CA93-21B4-42FF-8A4D-80E51A430B7E}" dt="2022-11-30T20:37:51.788" v="1031"/>
          <ac:grpSpMkLst>
            <pc:docMk/>
            <pc:sldMk cId="761928941" sldId="265"/>
            <ac:grpSpMk id="71" creationId="{2ACBB827-9A2D-D449-9686-F47D2A20EFE1}"/>
          </ac:grpSpMkLst>
        </pc:grpChg>
        <pc:picChg chg="add mod ord">
          <ac:chgData name="Guest User" userId="" providerId="Windows Live" clId="Web-{9039CA93-21B4-42FF-8A4D-80E51A430B7E}" dt="2022-11-30T20:39:04.119" v="1086" actId="14100"/>
          <ac:picMkLst>
            <pc:docMk/>
            <pc:sldMk cId="761928941" sldId="265"/>
            <ac:picMk id="3" creationId="{BB95579F-C3B8-A1C8-4C9F-86C198F35B20}"/>
          </ac:picMkLst>
        </pc:picChg>
        <pc:picChg chg="mod ord">
          <ac:chgData name="Guest User" userId="" providerId="Windows Live" clId="Web-{9039CA93-21B4-42FF-8A4D-80E51A430B7E}" dt="2022-11-30T20:38:00.945" v="1032" actId="14100"/>
          <ac:picMkLst>
            <pc:docMk/>
            <pc:sldMk cId="761928941" sldId="265"/>
            <ac:picMk id="4" creationId="{5E94FCC2-B2D6-DC43-059B-FC6DAADB98D3}"/>
          </ac:picMkLst>
        </pc:picChg>
        <pc:cxnChg chg="del">
          <ac:chgData name="Guest User" userId="" providerId="Windows Live" clId="Web-{9039CA93-21B4-42FF-8A4D-80E51A430B7E}" dt="2022-11-30T20:27:21.326" v="751"/>
          <ac:cxnSpMkLst>
            <pc:docMk/>
            <pc:sldMk cId="761928941" sldId="265"/>
            <ac:cxnSpMk id="19" creationId="{A0A01F17-907D-3541-BBAF-A33828880DCE}"/>
          </ac:cxnSpMkLst>
        </pc:cxnChg>
        <pc:cxnChg chg="add del">
          <ac:chgData name="Guest User" userId="" providerId="Windows Live" clId="Web-{9039CA93-21B4-42FF-8A4D-80E51A430B7E}" dt="2022-11-30T20:28:23.141" v="763"/>
          <ac:cxnSpMkLst>
            <pc:docMk/>
            <pc:sldMk cId="761928941" sldId="265"/>
            <ac:cxnSpMk id="34" creationId="{BF3CF3DF-4809-5B42-9F22-981391379297}"/>
          </ac:cxnSpMkLst>
        </pc:cxnChg>
        <pc:cxnChg chg="add del">
          <ac:chgData name="Guest User" userId="" providerId="Windows Live" clId="Web-{9039CA93-21B4-42FF-8A4D-80E51A430B7E}" dt="2022-11-30T20:28:04.500" v="760"/>
          <ac:cxnSpMkLst>
            <pc:docMk/>
            <pc:sldMk cId="761928941" sldId="265"/>
            <ac:cxnSpMk id="47" creationId="{BF3CF3DF-4809-5B42-9F22-981391379297}"/>
          </ac:cxnSpMkLst>
        </pc:cxnChg>
        <pc:cxnChg chg="add del">
          <ac:chgData name="Guest User" userId="" providerId="Windows Live" clId="Web-{9039CA93-21B4-42FF-8A4D-80E51A430B7E}" dt="2022-11-30T20:28:23.125" v="762"/>
          <ac:cxnSpMkLst>
            <pc:docMk/>
            <pc:sldMk cId="761928941" sldId="265"/>
            <ac:cxnSpMk id="51" creationId="{BF3CF3DF-4809-5B42-9F22-981391379297}"/>
          </ac:cxnSpMkLst>
        </pc:cxnChg>
        <pc:cxnChg chg="add del">
          <ac:chgData name="Guest User" userId="" providerId="Windows Live" clId="Web-{9039CA93-21B4-42FF-8A4D-80E51A430B7E}" dt="2022-11-30T20:37:51.788" v="1031"/>
          <ac:cxnSpMkLst>
            <pc:docMk/>
            <pc:sldMk cId="761928941" sldId="265"/>
            <ac:cxnSpMk id="55" creationId="{1FE039F1-6D47-C642-B506-452A83B0AB11}"/>
          </ac:cxnSpMkLst>
        </pc:cxnChg>
        <pc:cxnChg chg="add del">
          <ac:chgData name="Guest User" userId="" providerId="Windows Live" clId="Web-{9039CA93-21B4-42FF-8A4D-80E51A430B7E}" dt="2022-11-30T20:37:51.788" v="1030"/>
          <ac:cxnSpMkLst>
            <pc:docMk/>
            <pc:sldMk cId="761928941" sldId="265"/>
            <ac:cxnSpMk id="68" creationId="{BF3CF3DF-4809-5B42-9F22-981391379297}"/>
          </ac:cxnSpMkLst>
        </pc:cxnChg>
        <pc:cxnChg chg="add">
          <ac:chgData name="Guest User" userId="" providerId="Windows Live" clId="Web-{9039CA93-21B4-42FF-8A4D-80E51A430B7E}" dt="2022-11-30T20:37:51.788" v="1031"/>
          <ac:cxnSpMkLst>
            <pc:docMk/>
            <pc:sldMk cId="761928941" sldId="265"/>
            <ac:cxnSpMk id="72" creationId="{BF3CF3DF-4809-5B42-9F22-981391379297}"/>
          </ac:cxnSpMkLst>
        </pc:cxnChg>
      </pc:sldChg>
      <pc:sldChg chg="del">
        <pc:chgData name="Guest User" userId="" providerId="Windows Live" clId="Web-{9039CA93-21B4-42FF-8A4D-80E51A430B7E}" dt="2022-11-30T20:45:14.446" v="1219"/>
        <pc:sldMkLst>
          <pc:docMk/>
          <pc:sldMk cId="2808922265" sldId="266"/>
        </pc:sldMkLst>
      </pc:sldChg>
    </pc:docChg>
  </pc:docChgLst>
  <pc:docChgLst>
    <pc:chgData name="Guest User" providerId="Windows Live" clId="Web-{9F43FC86-10F7-4B3D-B8DD-2DB772C37DE0}"/>
    <pc:docChg chg="addSld modSld sldOrd">
      <pc:chgData name="Guest User" userId="" providerId="Windows Live" clId="Web-{9F43FC86-10F7-4B3D-B8DD-2DB772C37DE0}" dt="2022-11-28T06:07:49.553" v="80" actId="20577"/>
      <pc:docMkLst>
        <pc:docMk/>
      </pc:docMkLst>
      <pc:sldChg chg="modSp">
        <pc:chgData name="Guest User" userId="" providerId="Windows Live" clId="Web-{9F43FC86-10F7-4B3D-B8DD-2DB772C37DE0}" dt="2022-11-28T06:07:03.068" v="29" actId="20577"/>
        <pc:sldMkLst>
          <pc:docMk/>
          <pc:sldMk cId="1903691261" sldId="257"/>
        </pc:sldMkLst>
        <pc:spChg chg="mod">
          <ac:chgData name="Guest User" userId="" providerId="Windows Live" clId="Web-{9F43FC86-10F7-4B3D-B8DD-2DB772C37DE0}" dt="2022-11-28T06:07:03.068" v="29" actId="20577"/>
          <ac:spMkLst>
            <pc:docMk/>
            <pc:sldMk cId="1903691261" sldId="257"/>
            <ac:spMk id="2" creationId="{D559E063-7F09-C218-5CE8-BC68F0DFF970}"/>
          </ac:spMkLst>
        </pc:spChg>
      </pc:sldChg>
      <pc:sldChg chg="modSp">
        <pc:chgData name="Guest User" userId="" providerId="Windows Live" clId="Web-{9F43FC86-10F7-4B3D-B8DD-2DB772C37DE0}" dt="2022-11-28T06:07:49.553" v="80" actId="20577"/>
        <pc:sldMkLst>
          <pc:docMk/>
          <pc:sldMk cId="1685495784" sldId="258"/>
        </pc:sldMkLst>
        <pc:spChg chg="mod">
          <ac:chgData name="Guest User" userId="" providerId="Windows Live" clId="Web-{9F43FC86-10F7-4B3D-B8DD-2DB772C37DE0}" dt="2022-11-28T06:07:49.553" v="80" actId="20577"/>
          <ac:spMkLst>
            <pc:docMk/>
            <pc:sldMk cId="1685495784" sldId="258"/>
            <ac:spMk id="2" creationId="{2C3B2001-7675-5E22-BDDE-BE02D02F0074}"/>
          </ac:spMkLst>
        </pc:spChg>
      </pc:sldChg>
      <pc:sldChg chg="modSp ord">
        <pc:chgData name="Guest User" userId="" providerId="Windows Live" clId="Web-{9F43FC86-10F7-4B3D-B8DD-2DB772C37DE0}" dt="2022-11-28T06:06:38.927" v="19"/>
        <pc:sldMkLst>
          <pc:docMk/>
          <pc:sldMk cId="3351678735" sldId="259"/>
        </pc:sldMkLst>
        <pc:spChg chg="mod">
          <ac:chgData name="Guest User" userId="" providerId="Windows Live" clId="Web-{9F43FC86-10F7-4B3D-B8DD-2DB772C37DE0}" dt="2022-11-28T06:06:26.598" v="17" actId="20577"/>
          <ac:spMkLst>
            <pc:docMk/>
            <pc:sldMk cId="3351678735" sldId="259"/>
            <ac:spMk id="2" creationId="{53B3CC9D-5193-16E7-BC75-3D849C128F8E}"/>
          </ac:spMkLst>
        </pc:spChg>
      </pc:sldChg>
      <pc:sldChg chg="modSp new">
        <pc:chgData name="Guest User" userId="" providerId="Windows Live" clId="Web-{9F43FC86-10F7-4B3D-B8DD-2DB772C37DE0}" dt="2022-11-28T06:07:40.100" v="73" actId="14100"/>
        <pc:sldMkLst>
          <pc:docMk/>
          <pc:sldMk cId="1723477675" sldId="260"/>
        </pc:sldMkLst>
        <pc:spChg chg="mod">
          <ac:chgData name="Guest User" userId="" providerId="Windows Live" clId="Web-{9F43FC86-10F7-4B3D-B8DD-2DB772C37DE0}" dt="2022-11-28T06:07:37.553" v="72" actId="14100"/>
          <ac:spMkLst>
            <pc:docMk/>
            <pc:sldMk cId="1723477675" sldId="260"/>
            <ac:spMk id="2" creationId="{694381F1-4F21-C94A-28DB-93BEB2B68AE8}"/>
          </ac:spMkLst>
        </pc:spChg>
        <pc:spChg chg="mod">
          <ac:chgData name="Guest User" userId="" providerId="Windows Live" clId="Web-{9F43FC86-10F7-4B3D-B8DD-2DB772C37DE0}" dt="2022-11-28T06:07:40.100" v="73" actId="14100"/>
          <ac:spMkLst>
            <pc:docMk/>
            <pc:sldMk cId="1723477675" sldId="260"/>
            <ac:spMk id="3" creationId="{803B29E6-7973-E8C7-65A2-8F4F356DD426}"/>
          </ac:spMkLst>
        </pc:spChg>
      </pc:sldChg>
    </pc:docChg>
  </pc:docChgLst>
  <pc:docChgLst>
    <pc:chgData name="Guest User" providerId="Windows Live" clId="Web-{7CEE371D-DF05-4EA8-B554-D865D4422037}"/>
    <pc:docChg chg="addSld delSld modSld">
      <pc:chgData name="Guest User" userId="" providerId="Windows Live" clId="Web-{7CEE371D-DF05-4EA8-B554-D865D4422037}" dt="2022-11-29T03:41:16.926" v="55"/>
      <pc:docMkLst>
        <pc:docMk/>
      </pc:docMkLst>
      <pc:sldChg chg="addSp delSp modSp mod setBg">
        <pc:chgData name="Guest User" userId="" providerId="Windows Live" clId="Web-{7CEE371D-DF05-4EA8-B554-D865D4422037}" dt="2022-11-29T03:16:06.514" v="17"/>
        <pc:sldMkLst>
          <pc:docMk/>
          <pc:sldMk cId="3735306677" sldId="272"/>
        </pc:sldMkLst>
        <pc:spChg chg="mod">
          <ac:chgData name="Guest User" userId="" providerId="Windows Live" clId="Web-{7CEE371D-DF05-4EA8-B554-D865D4422037}" dt="2022-11-29T03:16:06.498" v="16"/>
          <ac:spMkLst>
            <pc:docMk/>
            <pc:sldMk cId="3735306677" sldId="272"/>
            <ac:spMk id="2" creationId="{6AFEFBBE-C075-5FFE-2E80-2C309A995AFB}"/>
          </ac:spMkLst>
        </pc:spChg>
        <pc:spChg chg="del">
          <ac:chgData name="Guest User" userId="" providerId="Windows Live" clId="Web-{7CEE371D-DF05-4EA8-B554-D865D4422037}" dt="2022-11-29T03:09:57.969" v="0"/>
          <ac:spMkLst>
            <pc:docMk/>
            <pc:sldMk cId="3735306677" sldId="272"/>
            <ac:spMk id="3" creationId="{DE142F8D-BC7D-1471-9913-3C5870903B26}"/>
          </ac:spMkLst>
        </pc:spChg>
        <pc:spChg chg="add del">
          <ac:chgData name="Guest User" userId="" providerId="Windows Live" clId="Web-{7CEE371D-DF05-4EA8-B554-D865D4422037}" dt="2022-11-29T03:15:57.748" v="13"/>
          <ac:spMkLst>
            <pc:docMk/>
            <pc:sldMk cId="3735306677" sldId="272"/>
            <ac:spMk id="8" creationId="{EC4C9F1B-0C4E-1309-03E2-9D4053720925}"/>
          </ac:spMkLst>
        </pc:spChg>
        <pc:spChg chg="add del">
          <ac:chgData name="Guest User" userId="" providerId="Windows Live" clId="Web-{7CEE371D-DF05-4EA8-B554-D865D4422037}" dt="2022-11-29T03:16:06.514" v="17"/>
          <ac:spMkLst>
            <pc:docMk/>
            <pc:sldMk cId="3735306677" sldId="272"/>
            <ac:spMk id="11" creationId="{C7F2E4D6-EF46-1C43-8F3E-3620C3C83F36}"/>
          </ac:spMkLst>
        </pc:spChg>
        <pc:spChg chg="add">
          <ac:chgData name="Guest User" userId="" providerId="Windows Live" clId="Web-{7CEE371D-DF05-4EA8-B554-D865D4422037}" dt="2022-11-29T03:16:06.514" v="17"/>
          <ac:spMkLst>
            <pc:docMk/>
            <pc:sldMk cId="3735306677" sldId="272"/>
            <ac:spMk id="23" creationId="{E4C3F7D7-9B97-D1FB-A4D7-9F10C6393D5A}"/>
          </ac:spMkLst>
        </pc:spChg>
        <pc:spChg chg="add">
          <ac:chgData name="Guest User" userId="" providerId="Windows Live" clId="Web-{7CEE371D-DF05-4EA8-B554-D865D4422037}" dt="2022-11-29T03:16:06.514" v="17"/>
          <ac:spMkLst>
            <pc:docMk/>
            <pc:sldMk cId="3735306677" sldId="272"/>
            <ac:spMk id="26" creationId="{4EFE82FE-7465-AE46-88DF-34D347E83B84}"/>
          </ac:spMkLst>
        </pc:spChg>
        <pc:spChg chg="add del">
          <ac:chgData name="Guest User" userId="" providerId="Windows Live" clId="Web-{7CEE371D-DF05-4EA8-B554-D865D4422037}" dt="2022-11-29T03:16:06.498" v="16"/>
          <ac:spMkLst>
            <pc:docMk/>
            <pc:sldMk cId="3735306677" sldId="272"/>
            <ac:spMk id="52" creationId="{4EFE82FE-7465-AE46-88DF-34D347E83B84}"/>
          </ac:spMkLst>
        </pc:spChg>
        <pc:grpChg chg="add del">
          <ac:chgData name="Guest User" userId="" providerId="Windows Live" clId="Web-{7CEE371D-DF05-4EA8-B554-D865D4422037}" dt="2022-11-29T03:16:06.514" v="17"/>
          <ac:grpSpMkLst>
            <pc:docMk/>
            <pc:sldMk cId="3735306677" sldId="272"/>
            <ac:grpSpMk id="15" creationId="{0D40C408-1C95-CC45-87A7-61CE8B1F9362}"/>
          </ac:grpSpMkLst>
        </pc:grpChg>
        <pc:grpChg chg="add del">
          <ac:chgData name="Guest User" userId="" providerId="Windows Live" clId="Web-{7CEE371D-DF05-4EA8-B554-D865D4422037}" dt="2022-11-29T03:16:06.498" v="16"/>
          <ac:grpSpMkLst>
            <pc:docMk/>
            <pc:sldMk cId="3735306677" sldId="272"/>
            <ac:grpSpMk id="24" creationId="{EB46B8FB-F6A2-5F47-A6CD-A7E17E69270F}"/>
          </ac:grpSpMkLst>
        </pc:grpChg>
        <pc:grpChg chg="add">
          <ac:chgData name="Guest User" userId="" providerId="Windows Live" clId="Web-{7CEE371D-DF05-4EA8-B554-D865D4422037}" dt="2022-11-29T03:16:06.514" v="17"/>
          <ac:grpSpMkLst>
            <pc:docMk/>
            <pc:sldMk cId="3735306677" sldId="272"/>
            <ac:grpSpMk id="28" creationId="{1B5E71B3-7269-894E-A00B-31D341365FC9}"/>
          </ac:grpSpMkLst>
        </pc:grpChg>
        <pc:grpChg chg="add del">
          <ac:chgData name="Guest User" userId="" providerId="Windows Live" clId="Web-{7CEE371D-DF05-4EA8-B554-D865D4422037}" dt="2022-11-29T03:16:06.498" v="16"/>
          <ac:grpSpMkLst>
            <pc:docMk/>
            <pc:sldMk cId="3735306677" sldId="272"/>
            <ac:grpSpMk id="54" creationId="{665B630C-8A26-BF40-AD00-AAAB3F8DFB58}"/>
          </ac:grpSpMkLst>
        </pc:grpChg>
        <pc:picChg chg="add del mod ord">
          <ac:chgData name="Guest User" userId="" providerId="Windows Live" clId="Web-{7CEE371D-DF05-4EA8-B554-D865D4422037}" dt="2022-11-29T03:16:00.795" v="14"/>
          <ac:picMkLst>
            <pc:docMk/>
            <pc:sldMk cId="3735306677" sldId="272"/>
            <ac:picMk id="4" creationId="{31E9BD2F-DE65-77EE-E4A9-0D7A47237EBA}"/>
          </ac:picMkLst>
        </pc:picChg>
        <pc:picChg chg="add mod ord">
          <ac:chgData name="Guest User" userId="" providerId="Windows Live" clId="Web-{7CEE371D-DF05-4EA8-B554-D865D4422037}" dt="2022-11-29T03:16:06.514" v="17"/>
          <ac:picMkLst>
            <pc:docMk/>
            <pc:sldMk cId="3735306677" sldId="272"/>
            <ac:picMk id="5" creationId="{9AADD37D-9E95-CF96-CDFC-E569983A228D}"/>
          </ac:picMkLst>
        </pc:picChg>
        <pc:cxnChg chg="add del">
          <ac:chgData name="Guest User" userId="" providerId="Windows Live" clId="Web-{7CEE371D-DF05-4EA8-B554-D865D4422037}" dt="2022-11-29T03:16:06.514" v="17"/>
          <ac:cxnSpMkLst>
            <pc:docMk/>
            <pc:sldMk cId="3735306677" sldId="272"/>
            <ac:cxnSpMk id="13" creationId="{BF3CF3DF-4809-5B42-9F22-981391379297}"/>
          </ac:cxnSpMkLst>
        </pc:cxnChg>
        <pc:cxnChg chg="add">
          <ac:chgData name="Guest User" userId="" providerId="Windows Live" clId="Web-{7CEE371D-DF05-4EA8-B554-D865D4422037}" dt="2022-11-29T03:16:06.514" v="17"/>
          <ac:cxnSpMkLst>
            <pc:docMk/>
            <pc:sldMk cId="3735306677" sldId="272"/>
            <ac:cxnSpMk id="34" creationId="{A0A01F17-907D-3541-BBAF-A33828880DCE}"/>
          </ac:cxnSpMkLst>
        </pc:cxnChg>
        <pc:cxnChg chg="add del">
          <ac:chgData name="Guest User" userId="" providerId="Windows Live" clId="Web-{7CEE371D-DF05-4EA8-B554-D865D4422037}" dt="2022-11-29T03:16:06.498" v="16"/>
          <ac:cxnSpMkLst>
            <pc:docMk/>
            <pc:sldMk cId="3735306677" sldId="272"/>
            <ac:cxnSpMk id="50" creationId="{D33A3282-0389-C547-8CA6-7F3E7F27B34D}"/>
          </ac:cxnSpMkLst>
        </pc:cxnChg>
        <pc:cxnChg chg="add del">
          <ac:chgData name="Guest User" userId="" providerId="Windows Live" clId="Web-{7CEE371D-DF05-4EA8-B554-D865D4422037}" dt="2022-11-29T03:16:06.498" v="16"/>
          <ac:cxnSpMkLst>
            <pc:docMk/>
            <pc:sldMk cId="3735306677" sldId="272"/>
            <ac:cxnSpMk id="60" creationId="{EEA70831-9A8D-3B4D-8EA5-EE32F93E94E9}"/>
          </ac:cxnSpMkLst>
        </pc:cxnChg>
      </pc:sldChg>
      <pc:sldChg chg="addSp delSp modSp new mod setBg">
        <pc:chgData name="Guest User" userId="" providerId="Windows Live" clId="Web-{7CEE371D-DF05-4EA8-B554-D865D4422037}" dt="2022-11-29T03:21:47.119" v="20" actId="20577"/>
        <pc:sldMkLst>
          <pc:docMk/>
          <pc:sldMk cId="259311140" sldId="273"/>
        </pc:sldMkLst>
        <pc:spChg chg="mod">
          <ac:chgData name="Guest User" userId="" providerId="Windows Live" clId="Web-{7CEE371D-DF05-4EA8-B554-D865D4422037}" dt="2022-11-29T03:21:47.119" v="20" actId="20577"/>
          <ac:spMkLst>
            <pc:docMk/>
            <pc:sldMk cId="259311140" sldId="273"/>
            <ac:spMk id="2" creationId="{B294A649-958A-3E80-9626-0B43E261D799}"/>
          </ac:spMkLst>
        </pc:spChg>
        <pc:spChg chg="del">
          <ac:chgData name="Guest User" userId="" providerId="Windows Live" clId="Web-{7CEE371D-DF05-4EA8-B554-D865D4422037}" dt="2022-11-29T03:21:18.759" v="18"/>
          <ac:spMkLst>
            <pc:docMk/>
            <pc:sldMk cId="259311140" sldId="273"/>
            <ac:spMk id="3" creationId="{FE286FF1-0E33-4C54-ED28-59F792BED0C3}"/>
          </ac:spMkLst>
        </pc:spChg>
        <pc:spChg chg="add">
          <ac:chgData name="Guest User" userId="" providerId="Windows Live" clId="Web-{7CEE371D-DF05-4EA8-B554-D865D4422037}" dt="2022-11-29T03:21:25.181" v="19"/>
          <ac:spMkLst>
            <pc:docMk/>
            <pc:sldMk cId="259311140" sldId="273"/>
            <ac:spMk id="8" creationId="{964370DB-629D-66F2-641F-B7B16C1FEF67}"/>
          </ac:spMkLst>
        </pc:spChg>
        <pc:spChg chg="add">
          <ac:chgData name="Guest User" userId="" providerId="Windows Live" clId="Web-{7CEE371D-DF05-4EA8-B554-D865D4422037}" dt="2022-11-29T03:21:25.181" v="19"/>
          <ac:spMkLst>
            <pc:docMk/>
            <pc:sldMk cId="259311140" sldId="273"/>
            <ac:spMk id="11" creationId="{4EFE82FE-7465-AE46-88DF-34D347E83B84}"/>
          </ac:spMkLst>
        </pc:spChg>
        <pc:grpChg chg="add">
          <ac:chgData name="Guest User" userId="" providerId="Windows Live" clId="Web-{7CEE371D-DF05-4EA8-B554-D865D4422037}" dt="2022-11-29T03:21:25.181" v="19"/>
          <ac:grpSpMkLst>
            <pc:docMk/>
            <pc:sldMk cId="259311140" sldId="273"/>
            <ac:grpSpMk id="13" creationId="{1B5E71B3-7269-894E-A00B-31D341365FC9}"/>
          </ac:grpSpMkLst>
        </pc:grpChg>
        <pc:picChg chg="add mod ord">
          <ac:chgData name="Guest User" userId="" providerId="Windows Live" clId="Web-{7CEE371D-DF05-4EA8-B554-D865D4422037}" dt="2022-11-29T03:21:25.181" v="19"/>
          <ac:picMkLst>
            <pc:docMk/>
            <pc:sldMk cId="259311140" sldId="273"/>
            <ac:picMk id="4" creationId="{A874ECFC-B73B-7F1C-9B33-BBFC833ADBD6}"/>
          </ac:picMkLst>
        </pc:picChg>
        <pc:cxnChg chg="add">
          <ac:chgData name="Guest User" userId="" providerId="Windows Live" clId="Web-{7CEE371D-DF05-4EA8-B554-D865D4422037}" dt="2022-11-29T03:21:25.181" v="19"/>
          <ac:cxnSpMkLst>
            <pc:docMk/>
            <pc:sldMk cId="259311140" sldId="273"/>
            <ac:cxnSpMk id="19" creationId="{A0A01F17-907D-3541-BBAF-A33828880DCE}"/>
          </ac:cxnSpMkLst>
        </pc:cxnChg>
      </pc:sldChg>
      <pc:sldChg chg="addSp delSp modSp new mod setBg">
        <pc:chgData name="Guest User" userId="" providerId="Windows Live" clId="Web-{7CEE371D-DF05-4EA8-B554-D865D4422037}" dt="2022-11-29T03:30:23.122" v="25" actId="20577"/>
        <pc:sldMkLst>
          <pc:docMk/>
          <pc:sldMk cId="2559818786" sldId="274"/>
        </pc:sldMkLst>
        <pc:spChg chg="mod">
          <ac:chgData name="Guest User" userId="" providerId="Windows Live" clId="Web-{7CEE371D-DF05-4EA8-B554-D865D4422037}" dt="2022-11-29T03:30:23.122" v="25" actId="20577"/>
          <ac:spMkLst>
            <pc:docMk/>
            <pc:sldMk cId="2559818786" sldId="274"/>
            <ac:spMk id="2" creationId="{514EC6BD-9A90-641D-B1AB-FC5C368407D0}"/>
          </ac:spMkLst>
        </pc:spChg>
        <pc:spChg chg="del">
          <ac:chgData name="Guest User" userId="" providerId="Windows Live" clId="Web-{7CEE371D-DF05-4EA8-B554-D865D4422037}" dt="2022-11-29T03:29:26.229" v="22"/>
          <ac:spMkLst>
            <pc:docMk/>
            <pc:sldMk cId="2559818786" sldId="274"/>
            <ac:spMk id="3" creationId="{5EF7547B-A9E3-E9BC-E42F-B2D26C6E166F}"/>
          </ac:spMkLst>
        </pc:spChg>
        <pc:spChg chg="add">
          <ac:chgData name="Guest User" userId="" providerId="Windows Live" clId="Web-{7CEE371D-DF05-4EA8-B554-D865D4422037}" dt="2022-11-29T03:29:31.417" v="23"/>
          <ac:spMkLst>
            <pc:docMk/>
            <pc:sldMk cId="2559818786" sldId="274"/>
            <ac:spMk id="8" creationId="{020A9887-C8A6-88FB-51F9-3AEC862127B7}"/>
          </ac:spMkLst>
        </pc:spChg>
        <pc:spChg chg="add">
          <ac:chgData name="Guest User" userId="" providerId="Windows Live" clId="Web-{7CEE371D-DF05-4EA8-B554-D865D4422037}" dt="2022-11-29T03:29:31.417" v="23"/>
          <ac:spMkLst>
            <pc:docMk/>
            <pc:sldMk cId="2559818786" sldId="274"/>
            <ac:spMk id="11" creationId="{4EFE82FE-7465-AE46-88DF-34D347E83B84}"/>
          </ac:spMkLst>
        </pc:spChg>
        <pc:grpChg chg="add">
          <ac:chgData name="Guest User" userId="" providerId="Windows Live" clId="Web-{7CEE371D-DF05-4EA8-B554-D865D4422037}" dt="2022-11-29T03:29:31.417" v="23"/>
          <ac:grpSpMkLst>
            <pc:docMk/>
            <pc:sldMk cId="2559818786" sldId="274"/>
            <ac:grpSpMk id="13" creationId="{1B5E71B3-7269-894E-A00B-31D341365FC9}"/>
          </ac:grpSpMkLst>
        </pc:grpChg>
        <pc:picChg chg="add mod ord">
          <ac:chgData name="Guest User" userId="" providerId="Windows Live" clId="Web-{7CEE371D-DF05-4EA8-B554-D865D4422037}" dt="2022-11-29T03:29:31.417" v="23"/>
          <ac:picMkLst>
            <pc:docMk/>
            <pc:sldMk cId="2559818786" sldId="274"/>
            <ac:picMk id="4" creationId="{BEBA0CA7-52C6-76AE-B694-350C6D45720F}"/>
          </ac:picMkLst>
        </pc:picChg>
        <pc:cxnChg chg="add">
          <ac:chgData name="Guest User" userId="" providerId="Windows Live" clId="Web-{7CEE371D-DF05-4EA8-B554-D865D4422037}" dt="2022-11-29T03:29:31.417" v="23"/>
          <ac:cxnSpMkLst>
            <pc:docMk/>
            <pc:sldMk cId="2559818786" sldId="274"/>
            <ac:cxnSpMk id="19" creationId="{A0A01F17-907D-3541-BBAF-A33828880DCE}"/>
          </ac:cxnSpMkLst>
        </pc:cxnChg>
      </pc:sldChg>
      <pc:sldChg chg="addSp delSp modSp new mod setBg">
        <pc:chgData name="Guest User" userId="" providerId="Windows Live" clId="Web-{7CEE371D-DF05-4EA8-B554-D865D4422037}" dt="2022-11-29T03:34:13.036" v="37"/>
        <pc:sldMkLst>
          <pc:docMk/>
          <pc:sldMk cId="3349016704" sldId="275"/>
        </pc:sldMkLst>
        <pc:spChg chg="mod">
          <ac:chgData name="Guest User" userId="" providerId="Windows Live" clId="Web-{7CEE371D-DF05-4EA8-B554-D865D4422037}" dt="2022-11-29T03:31:50.562" v="33" actId="20577"/>
          <ac:spMkLst>
            <pc:docMk/>
            <pc:sldMk cId="3349016704" sldId="275"/>
            <ac:spMk id="2" creationId="{D90215E5-4ABF-34E1-0293-146170EDB968}"/>
          </ac:spMkLst>
        </pc:spChg>
        <pc:spChg chg="del">
          <ac:chgData name="Guest User" userId="" providerId="Windows Live" clId="Web-{7CEE371D-DF05-4EA8-B554-D865D4422037}" dt="2022-11-29T03:31:23.749" v="27"/>
          <ac:spMkLst>
            <pc:docMk/>
            <pc:sldMk cId="3349016704" sldId="275"/>
            <ac:spMk id="3" creationId="{A0CEE4C0-3BFE-E27C-B867-24F3038EA1FC}"/>
          </ac:spMkLst>
        </pc:spChg>
        <pc:spChg chg="add del">
          <ac:chgData name="Guest User" userId="" providerId="Windows Live" clId="Web-{7CEE371D-DF05-4EA8-B554-D865D4422037}" dt="2022-11-29T03:33:54.160" v="36"/>
          <ac:spMkLst>
            <pc:docMk/>
            <pc:sldMk cId="3349016704" sldId="275"/>
            <ac:spMk id="8" creationId="{DE89CED5-86B9-E7BB-7EF2-9200C9BCBB28}"/>
          </ac:spMkLst>
        </pc:spChg>
        <pc:spChg chg="add del">
          <ac:chgData name="Guest User" userId="" providerId="Windows Live" clId="Web-{7CEE371D-DF05-4EA8-B554-D865D4422037}" dt="2022-11-29T03:34:13.036" v="37"/>
          <ac:spMkLst>
            <pc:docMk/>
            <pc:sldMk cId="3349016704" sldId="275"/>
            <ac:spMk id="11" creationId="{4EFE82FE-7465-AE46-88DF-34D347E83B84}"/>
          </ac:spMkLst>
        </pc:spChg>
        <pc:spChg chg="add">
          <ac:chgData name="Guest User" userId="" providerId="Windows Live" clId="Web-{7CEE371D-DF05-4EA8-B554-D865D4422037}" dt="2022-11-29T03:34:13.036" v="37"/>
          <ac:spMkLst>
            <pc:docMk/>
            <pc:sldMk cId="3349016704" sldId="275"/>
            <ac:spMk id="23" creationId="{2A75D386-C1C9-82E1-BB1B-0EFE238C586D}"/>
          </ac:spMkLst>
        </pc:spChg>
        <pc:spChg chg="add">
          <ac:chgData name="Guest User" userId="" providerId="Windows Live" clId="Web-{7CEE371D-DF05-4EA8-B554-D865D4422037}" dt="2022-11-29T03:34:13.036" v="37"/>
          <ac:spMkLst>
            <pc:docMk/>
            <pc:sldMk cId="3349016704" sldId="275"/>
            <ac:spMk id="26" creationId="{4EFE82FE-7465-AE46-88DF-34D347E83B84}"/>
          </ac:spMkLst>
        </pc:spChg>
        <pc:grpChg chg="add del">
          <ac:chgData name="Guest User" userId="" providerId="Windows Live" clId="Web-{7CEE371D-DF05-4EA8-B554-D865D4422037}" dt="2022-11-29T03:34:13.036" v="37"/>
          <ac:grpSpMkLst>
            <pc:docMk/>
            <pc:sldMk cId="3349016704" sldId="275"/>
            <ac:grpSpMk id="13" creationId="{1B5E71B3-7269-894E-A00B-31D341365FC9}"/>
          </ac:grpSpMkLst>
        </pc:grpChg>
        <pc:grpChg chg="add">
          <ac:chgData name="Guest User" userId="" providerId="Windows Live" clId="Web-{7CEE371D-DF05-4EA8-B554-D865D4422037}" dt="2022-11-29T03:34:13.036" v="37"/>
          <ac:grpSpMkLst>
            <pc:docMk/>
            <pc:sldMk cId="3349016704" sldId="275"/>
            <ac:grpSpMk id="28" creationId="{1B5E71B3-7269-894E-A00B-31D341365FC9}"/>
          </ac:grpSpMkLst>
        </pc:grpChg>
        <pc:picChg chg="add del mod ord">
          <ac:chgData name="Guest User" userId="" providerId="Windows Live" clId="Web-{7CEE371D-DF05-4EA8-B554-D865D4422037}" dt="2022-11-29T03:33:38.972" v="35"/>
          <ac:picMkLst>
            <pc:docMk/>
            <pc:sldMk cId="3349016704" sldId="275"/>
            <ac:picMk id="4" creationId="{10D461F4-F342-36C7-A70C-6A18E793D79A}"/>
          </ac:picMkLst>
        </pc:picChg>
        <pc:picChg chg="add mod ord">
          <ac:chgData name="Guest User" userId="" providerId="Windows Live" clId="Web-{7CEE371D-DF05-4EA8-B554-D865D4422037}" dt="2022-11-29T03:34:13.036" v="37"/>
          <ac:picMkLst>
            <pc:docMk/>
            <pc:sldMk cId="3349016704" sldId="275"/>
            <ac:picMk id="5" creationId="{2B6B6F68-867D-58FC-E75E-93173F52A7AC}"/>
          </ac:picMkLst>
        </pc:picChg>
        <pc:cxnChg chg="add del">
          <ac:chgData name="Guest User" userId="" providerId="Windows Live" clId="Web-{7CEE371D-DF05-4EA8-B554-D865D4422037}" dt="2022-11-29T03:34:13.036" v="37"/>
          <ac:cxnSpMkLst>
            <pc:docMk/>
            <pc:sldMk cId="3349016704" sldId="275"/>
            <ac:cxnSpMk id="19" creationId="{A0A01F17-907D-3541-BBAF-A33828880DCE}"/>
          </ac:cxnSpMkLst>
        </pc:cxnChg>
        <pc:cxnChg chg="add">
          <ac:chgData name="Guest User" userId="" providerId="Windows Live" clId="Web-{7CEE371D-DF05-4EA8-B554-D865D4422037}" dt="2022-11-29T03:34:13.036" v="37"/>
          <ac:cxnSpMkLst>
            <pc:docMk/>
            <pc:sldMk cId="3349016704" sldId="275"/>
            <ac:cxnSpMk id="34" creationId="{A0A01F17-907D-3541-BBAF-A33828880DCE}"/>
          </ac:cxnSpMkLst>
        </pc:cxnChg>
      </pc:sldChg>
      <pc:sldChg chg="addSp delSp modSp new mod setBg">
        <pc:chgData name="Guest User" userId="" providerId="Windows Live" clId="Web-{7CEE371D-DF05-4EA8-B554-D865D4422037}" dt="2022-11-29T03:36:23.869" v="45" actId="20577"/>
        <pc:sldMkLst>
          <pc:docMk/>
          <pc:sldMk cId="3433124407" sldId="276"/>
        </pc:sldMkLst>
        <pc:spChg chg="mod">
          <ac:chgData name="Guest User" userId="" providerId="Windows Live" clId="Web-{7CEE371D-DF05-4EA8-B554-D865D4422037}" dt="2022-11-29T03:36:23.869" v="45" actId="20577"/>
          <ac:spMkLst>
            <pc:docMk/>
            <pc:sldMk cId="3433124407" sldId="276"/>
            <ac:spMk id="2" creationId="{7C1FB5DC-5017-2D3B-2E66-A37B892F7FC3}"/>
          </ac:spMkLst>
        </pc:spChg>
        <pc:spChg chg="del">
          <ac:chgData name="Guest User" userId="" providerId="Windows Live" clId="Web-{7CEE371D-DF05-4EA8-B554-D865D4422037}" dt="2022-11-29T03:35:39.617" v="38"/>
          <ac:spMkLst>
            <pc:docMk/>
            <pc:sldMk cId="3433124407" sldId="276"/>
            <ac:spMk id="3" creationId="{CF3D1B9E-435E-3E17-9919-659C999667CC}"/>
          </ac:spMkLst>
        </pc:spChg>
        <pc:spChg chg="add">
          <ac:chgData name="Guest User" userId="" providerId="Windows Live" clId="Web-{7CEE371D-DF05-4EA8-B554-D865D4422037}" dt="2022-11-29T03:35:43.149" v="39"/>
          <ac:spMkLst>
            <pc:docMk/>
            <pc:sldMk cId="3433124407" sldId="276"/>
            <ac:spMk id="8" creationId="{61CB7E27-7673-6474-48E8-925496C70363}"/>
          </ac:spMkLst>
        </pc:spChg>
        <pc:spChg chg="add">
          <ac:chgData name="Guest User" userId="" providerId="Windows Live" clId="Web-{7CEE371D-DF05-4EA8-B554-D865D4422037}" dt="2022-11-29T03:35:43.149" v="39"/>
          <ac:spMkLst>
            <pc:docMk/>
            <pc:sldMk cId="3433124407" sldId="276"/>
            <ac:spMk id="11" creationId="{4EFE82FE-7465-AE46-88DF-34D347E83B84}"/>
          </ac:spMkLst>
        </pc:spChg>
        <pc:grpChg chg="add">
          <ac:chgData name="Guest User" userId="" providerId="Windows Live" clId="Web-{7CEE371D-DF05-4EA8-B554-D865D4422037}" dt="2022-11-29T03:35:43.149" v="39"/>
          <ac:grpSpMkLst>
            <pc:docMk/>
            <pc:sldMk cId="3433124407" sldId="276"/>
            <ac:grpSpMk id="13" creationId="{1B5E71B3-7269-894E-A00B-31D341365FC9}"/>
          </ac:grpSpMkLst>
        </pc:grpChg>
        <pc:picChg chg="add mod ord">
          <ac:chgData name="Guest User" userId="" providerId="Windows Live" clId="Web-{7CEE371D-DF05-4EA8-B554-D865D4422037}" dt="2022-11-29T03:35:43.149" v="39"/>
          <ac:picMkLst>
            <pc:docMk/>
            <pc:sldMk cId="3433124407" sldId="276"/>
            <ac:picMk id="4" creationId="{A9A0CBA0-0016-1B74-34C8-8AC2F130338A}"/>
          </ac:picMkLst>
        </pc:picChg>
        <pc:cxnChg chg="add">
          <ac:chgData name="Guest User" userId="" providerId="Windows Live" clId="Web-{7CEE371D-DF05-4EA8-B554-D865D4422037}" dt="2022-11-29T03:35:43.149" v="39"/>
          <ac:cxnSpMkLst>
            <pc:docMk/>
            <pc:sldMk cId="3433124407" sldId="276"/>
            <ac:cxnSpMk id="19" creationId="{A0A01F17-907D-3541-BBAF-A33828880DCE}"/>
          </ac:cxnSpMkLst>
        </pc:cxnChg>
      </pc:sldChg>
      <pc:sldChg chg="addSp delSp modSp new add del">
        <pc:chgData name="Guest User" userId="" providerId="Windows Live" clId="Web-{7CEE371D-DF05-4EA8-B554-D865D4422037}" dt="2022-11-29T03:41:16.926" v="55"/>
        <pc:sldMkLst>
          <pc:docMk/>
          <pc:sldMk cId="3744355445" sldId="277"/>
        </pc:sldMkLst>
        <pc:spChg chg="del">
          <ac:chgData name="Guest User" userId="" providerId="Windows Live" clId="Web-{7CEE371D-DF05-4EA8-B554-D865D4422037}" dt="2022-11-29T03:38:56.108" v="49"/>
          <ac:spMkLst>
            <pc:docMk/>
            <pc:sldMk cId="3744355445" sldId="277"/>
            <ac:spMk id="3" creationId="{4F94ADAA-8734-CF2E-7550-C802A1F4F18D}"/>
          </ac:spMkLst>
        </pc:spChg>
        <pc:spChg chg="add mod">
          <ac:chgData name="Guest User" userId="" providerId="Windows Live" clId="Web-{7CEE371D-DF05-4EA8-B554-D865D4422037}" dt="2022-11-29T03:41:10.332" v="54"/>
          <ac:spMkLst>
            <pc:docMk/>
            <pc:sldMk cId="3744355445" sldId="277"/>
            <ac:spMk id="36" creationId="{5C1E1225-8548-DE9C-4E46-87D591BF276C}"/>
          </ac:spMkLst>
        </pc:spChg>
        <pc:graphicFrameChg chg="add del mod ord modGraphic">
          <ac:chgData name="Guest User" userId="" providerId="Windows Live" clId="Web-{7CEE371D-DF05-4EA8-B554-D865D4422037}" dt="2022-11-29T03:41:10.332" v="54"/>
          <ac:graphicFrameMkLst>
            <pc:docMk/>
            <pc:sldMk cId="3744355445" sldId="277"/>
            <ac:graphicFrameMk id="4" creationId="{8236D869-AC1F-5A5F-CE7B-60B92C7FDBC1}"/>
          </ac:graphicFrameMkLst>
        </pc:graphicFrameChg>
      </pc:sldChg>
    </pc:docChg>
  </pc:docChgLst>
  <pc:docChgLst>
    <pc:chgData name="Guest User" providerId="Windows Live" clId="Web-{4D6130BF-A2A8-4EA4-8416-0609113F0822}"/>
    <pc:docChg chg="modSld">
      <pc:chgData name="Guest User" userId="" providerId="Windows Live" clId="Web-{4D6130BF-A2A8-4EA4-8416-0609113F0822}" dt="2022-11-30T22:44:20.228" v="20" actId="20577"/>
      <pc:docMkLst>
        <pc:docMk/>
      </pc:docMkLst>
      <pc:sldChg chg="modSp addAnim delAnim">
        <pc:chgData name="Guest User" userId="" providerId="Windows Live" clId="Web-{4D6130BF-A2A8-4EA4-8416-0609113F0822}" dt="2022-11-30T22:44:20.228" v="20" actId="20577"/>
        <pc:sldMkLst>
          <pc:docMk/>
          <pc:sldMk cId="2707866632" sldId="261"/>
        </pc:sldMkLst>
        <pc:spChg chg="mod">
          <ac:chgData name="Guest User" userId="" providerId="Windows Live" clId="Web-{4D6130BF-A2A8-4EA4-8416-0609113F0822}" dt="2022-11-30T22:44:20.228" v="20" actId="20577"/>
          <ac:spMkLst>
            <pc:docMk/>
            <pc:sldMk cId="2707866632" sldId="261"/>
            <ac:spMk id="2" creationId="{5BF40B1F-97EC-5715-AC0A-4757F64F38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1749A-F1ED-4B22-BB91-3CDC2F44050C}" type="datetimeFigureOut">
              <a:rPr lang="en-IN" smtClean="0"/>
              <a:t>10-04-2024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3DB12-FA8D-4C33-9D0C-BD949E8F5A7B}" type="slidenum">
              <a:rPr lang="en-IN" smtClean="0"/>
              <a:t>‹#›</a:t>
            </a:fld>
            <a:endParaRPr lang="en-IN"/>
          </a:p>
        </p:txBody>
      </p:sp>
    </p:spTree>
    <p:extLst>
      <p:ext uri="{BB962C8B-B14F-4D97-AF65-F5344CB8AC3E}">
        <p14:creationId xmlns:p14="http://schemas.microsoft.com/office/powerpoint/2010/main" val="3853401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613DB12-FA8D-4C33-9D0C-BD949E8F5A7B}" type="slidenum">
              <a:rPr lang="en-IN" smtClean="0"/>
              <a:t>2</a:t>
            </a:fld>
            <a:endParaRPr lang="en-IN"/>
          </a:p>
        </p:txBody>
      </p:sp>
    </p:spTree>
    <p:extLst>
      <p:ext uri="{BB962C8B-B14F-4D97-AF65-F5344CB8AC3E}">
        <p14:creationId xmlns:p14="http://schemas.microsoft.com/office/powerpoint/2010/main" val="1476138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Receiver operatic characteristic curve, at all classification threshold.</a:t>
            </a:r>
          </a:p>
        </p:txBody>
      </p:sp>
      <p:sp>
        <p:nvSpPr>
          <p:cNvPr id="4" name="Slide Number Placeholder 3"/>
          <p:cNvSpPr>
            <a:spLocks noGrp="1"/>
          </p:cNvSpPr>
          <p:nvPr>
            <p:ph type="sldNum" sz="quarter" idx="5"/>
          </p:nvPr>
        </p:nvSpPr>
        <p:spPr/>
        <p:txBody>
          <a:bodyPr/>
          <a:lstStyle/>
          <a:p>
            <a:fld id="{C613DB12-FA8D-4C33-9D0C-BD949E8F5A7B}" type="slidenum">
              <a:rPr lang="en-IN" smtClean="0"/>
              <a:t>13</a:t>
            </a:fld>
            <a:endParaRPr lang="en-IN"/>
          </a:p>
        </p:txBody>
      </p:sp>
    </p:spTree>
    <p:extLst>
      <p:ext uri="{BB962C8B-B14F-4D97-AF65-F5344CB8AC3E}">
        <p14:creationId xmlns:p14="http://schemas.microsoft.com/office/powerpoint/2010/main" val="3098159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4/10/2024</a:t>
            </a:fld>
            <a:endParaRPr lang="en-US"/>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462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0CAFDA3-320A-C24D-A7A1-20C1267EC987}"/>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D2411669-6E2C-2243-99CD-6BC9D724FA1F}"/>
                </a:ext>
              </a:extLst>
            </p:cNvPr>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4E0C522-0F40-ED44-A700-F1BCD1CF74F5}"/>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B79B4380-CBEC-C341-A10E-5EF9A8597959}"/>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04AD70E-5490-4C4E-A05D-D67949C51A74}"/>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8A8883-9F24-0047-92B7-45B3D2E7D9C0}"/>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AC3A3BB-FD2C-FB44-9478-FA87EF229D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BF46B3B1-E981-BB40-B916-51A6D3851969}"/>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EA7DAE92-7D6B-B042-83BE-047C8EC322A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06AADCE6-4277-EA49-AF23-63B53CA6772A}"/>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58CEA343-047B-DF4E-A7A8-881C7740EA3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FCCBAA07-17CE-2740-AA04-AEDA5EAD2796}"/>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BF15C430-7951-6040-BD4C-4E996E94480E}"/>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0B3467F9-370D-5C4C-9EDE-E0CA0E401568}"/>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8231D73A-BA91-794F-8C09-4F4B41A6D08B}"/>
              </a:ext>
            </a:extLst>
          </p:cNvPr>
          <p:cNvCxnSpPr>
            <a:cxnSpLocks/>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2188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ABDDED5-B489-454D-A72D-46C9473AB018}"/>
              </a:ext>
            </a:extLst>
          </p:cNvPr>
          <p:cNvGrpSpPr/>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E6338A9A-49A1-B04D-B479-43604A5CD6D5}"/>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3151B6D8-101B-F34D-992A-1668DB5D0067}"/>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21D4DE71-EB1A-E74C-9364-5FEC5377F4EF}"/>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BD99A5CD-9D3A-DA46-AD96-34B9DB522051}"/>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537DF9-74F2-924C-9B63-22B100C80C92}"/>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7655457-8E4D-F34C-A595-66A45E9C3A1F}"/>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FB0E8D2C-8947-E44C-BC5F-F81B083DAA3E}"/>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a:extLst>
                <a:ext uri="{FF2B5EF4-FFF2-40B4-BE49-F238E27FC236}">
                  <a16:creationId xmlns:a16="http://schemas.microsoft.com/office/drawing/2014/main" id="{ED57F45D-85B8-AC49-A2BA-E941F1BE7F15}"/>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DA576359-CAE3-634C-8DF8-A834BCD7D668}"/>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6343F35-6601-BD4A-B9A5-25361D0453D2}"/>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ED1C169-DCD9-9C4B-91B1-519621155A64}"/>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328AC7-E0BC-0E46-A25B-11D523EC8100}"/>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32BBE02A-588F-6C4D-B310-694098C6A340}"/>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a:extLst>
                <a:ext uri="{FF2B5EF4-FFF2-40B4-BE49-F238E27FC236}">
                  <a16:creationId xmlns:a16="http://schemas.microsoft.com/office/drawing/2014/main" id="{6751D5A0-C90A-0A44-8654-CFE1B719B35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0F0FA086-0D80-B74A-9B37-5EACDE30D61F}"/>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022E302-2A55-8844-A50B-DC16D075E16B}"/>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4B325F5-A048-2843-A40B-3B2B31ECED76}"/>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7707B616-7E85-5442-B46B-AF9426A7A0E9}"/>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08914A00-D181-5847-A150-77CE67F94369}"/>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DAF2D976-5F49-2848-B465-C85708A6D706}"/>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a:extLst>
                <a:ext uri="{FF2B5EF4-FFF2-40B4-BE49-F238E27FC236}">
                  <a16:creationId xmlns:a16="http://schemas.microsoft.com/office/drawing/2014/main" id="{5E333474-B850-354C-A2E2-01735C948D47}"/>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a:extLst>
                <a:ext uri="{FF2B5EF4-FFF2-40B4-BE49-F238E27FC236}">
                  <a16:creationId xmlns:a16="http://schemas.microsoft.com/office/drawing/2014/main" id="{BC25646C-71B3-4A44-A4FE-C3CABE5580BB}"/>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B598CFE9-67EE-E342-9EF7-F40A1E0BE59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a:extLst>
                <a:ext uri="{FF2B5EF4-FFF2-40B4-BE49-F238E27FC236}">
                  <a16:creationId xmlns:a16="http://schemas.microsoft.com/office/drawing/2014/main" id="{1E29AD13-94FE-1349-A28E-10F6E780F510}"/>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671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77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6431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241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4/10/2024</a:t>
            </a:fld>
            <a:endParaRPr lang="en-US"/>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a:p>
        </p:txBody>
      </p:sp>
    </p:spTree>
    <p:extLst>
      <p:ext uri="{BB962C8B-B14F-4D97-AF65-F5344CB8AC3E}">
        <p14:creationId xmlns:p14="http://schemas.microsoft.com/office/powerpoint/2010/main" val="368335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90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1319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0754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4/10/2024</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89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4/10/2024</a:t>
            </a:fld>
            <a:endParaRPr lang="en-US"/>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a:p>
        </p:txBody>
      </p:sp>
    </p:spTree>
    <p:extLst>
      <p:ext uri="{BB962C8B-B14F-4D97-AF65-F5344CB8AC3E}">
        <p14:creationId xmlns:p14="http://schemas.microsoft.com/office/powerpoint/2010/main" val="235455163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76" r:id="rId5"/>
    <p:sldLayoutId id="2147483681" r:id="rId6"/>
    <p:sldLayoutId id="2147483677" r:id="rId7"/>
    <p:sldLayoutId id="2147483678" r:id="rId8"/>
    <p:sldLayoutId id="2147483679" r:id="rId9"/>
    <p:sldLayoutId id="2147483680" r:id="rId10"/>
    <p:sldLayoutId id="2147483682"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rchive.ics.uci.edu/ml/datasets/default+of+credit+card+client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6F2B51C-9578-EB41-A17E-FFF9D491A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12" name="Oval 11">
              <a:extLst>
                <a:ext uri="{FF2B5EF4-FFF2-40B4-BE49-F238E27FC236}">
                  <a16:creationId xmlns:a16="http://schemas.microsoft.com/office/drawing/2014/main" id="{14E9CAEA-4CF4-D249-8127-CD2FA2018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85">
              <a:extLst>
                <a:ext uri="{FF2B5EF4-FFF2-40B4-BE49-F238E27FC236}">
                  <a16:creationId xmlns:a16="http://schemas.microsoft.com/office/drawing/2014/main" id="{E51EDD93-C3A3-DF47-BCFC-43B049E34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6">
              <a:extLst>
                <a:ext uri="{FF2B5EF4-FFF2-40B4-BE49-F238E27FC236}">
                  <a16:creationId xmlns:a16="http://schemas.microsoft.com/office/drawing/2014/main" id="{D574DB0D-896A-D649-89B1-33753E1D4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62256DD9-FEA3-4A40-80D1-B33F0FF15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8">
              <a:extLst>
                <a:ext uri="{FF2B5EF4-FFF2-40B4-BE49-F238E27FC236}">
                  <a16:creationId xmlns:a16="http://schemas.microsoft.com/office/drawing/2014/main" id="{534E9839-EAD7-3C49-8D10-E4BFE0820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89">
              <a:extLst>
                <a:ext uri="{FF2B5EF4-FFF2-40B4-BE49-F238E27FC236}">
                  <a16:creationId xmlns:a16="http://schemas.microsoft.com/office/drawing/2014/main" id="{DDFC3FA6-9BB5-A34E-9337-A2E9A1EED9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97">
              <a:extLst>
                <a:ext uri="{FF2B5EF4-FFF2-40B4-BE49-F238E27FC236}">
                  <a16:creationId xmlns:a16="http://schemas.microsoft.com/office/drawing/2014/main" id="{45000D9E-4AD7-5A4F-8E99-302F388C8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34C5613-D60E-BD0E-4276-81AB1CAB6812}"/>
              </a:ext>
            </a:extLst>
          </p:cNvPr>
          <p:cNvSpPr>
            <a:spLocks noGrp="1"/>
          </p:cNvSpPr>
          <p:nvPr>
            <p:ph type="ctrTitle"/>
          </p:nvPr>
        </p:nvSpPr>
        <p:spPr>
          <a:xfrm>
            <a:off x="4673459" y="560389"/>
            <a:ext cx="6479629" cy="2866405"/>
          </a:xfrm>
        </p:spPr>
        <p:txBody>
          <a:bodyPr>
            <a:normAutofit/>
          </a:bodyPr>
          <a:lstStyle/>
          <a:p>
            <a:r>
              <a:rPr lang="en-IN" dirty="0"/>
              <a:t>BUAN 6356.003</a:t>
            </a:r>
            <a:br>
              <a:rPr lang="en-IN" dirty="0"/>
            </a:br>
            <a:r>
              <a:rPr lang="en-IN" dirty="0"/>
              <a:t>project R code</a:t>
            </a:r>
          </a:p>
        </p:txBody>
      </p:sp>
      <p:pic>
        <p:nvPicPr>
          <p:cNvPr id="4" name="Picture 3" descr="Computer script on a screen">
            <a:extLst>
              <a:ext uri="{FF2B5EF4-FFF2-40B4-BE49-F238E27FC236}">
                <a16:creationId xmlns:a16="http://schemas.microsoft.com/office/drawing/2014/main" id="{F4B76D78-3AA9-6F24-DA0E-141B076CA521}"/>
              </a:ext>
            </a:extLst>
          </p:cNvPr>
          <p:cNvPicPr>
            <a:picLocks noChangeAspect="1"/>
          </p:cNvPicPr>
          <p:nvPr/>
        </p:nvPicPr>
        <p:blipFill rotWithShape="1">
          <a:blip r:embed="rId2"/>
          <a:srcRect l="9804" r="49576" b="-2"/>
          <a:stretch/>
        </p:blipFill>
        <p:spPr>
          <a:xfrm>
            <a:off x="20" y="1"/>
            <a:ext cx="4173349" cy="6857999"/>
          </a:xfrm>
          <a:prstGeom prst="rect">
            <a:avLst/>
          </a:prstGeom>
        </p:spPr>
      </p:pic>
      <p:cxnSp>
        <p:nvCxnSpPr>
          <p:cNvPr id="20" name="Straight Connector 19">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39752" y="6087110"/>
            <a:ext cx="68837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1144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B29E6-7973-E8C7-65A2-8F4F356DD426}"/>
              </a:ext>
            </a:extLst>
          </p:cNvPr>
          <p:cNvSpPr>
            <a:spLocks noGrp="1"/>
          </p:cNvSpPr>
          <p:nvPr>
            <p:ph idx="1"/>
          </p:nvPr>
        </p:nvSpPr>
        <p:spPr>
          <a:xfrm>
            <a:off x="538170" y="279653"/>
            <a:ext cx="9362996" cy="3490089"/>
          </a:xfrm>
        </p:spPr>
        <p:txBody>
          <a:bodyPr vert="horz" lIns="91440" tIns="45720" rIns="91440" bIns="45720" rtlCol="0" anchor="t">
            <a:normAutofit lnSpcReduction="10000"/>
          </a:bodyPr>
          <a:lstStyle/>
          <a:p>
            <a:pPr marL="0" indent="0" algn="ctr">
              <a:buNone/>
            </a:pPr>
            <a:r>
              <a:rPr lang="en-US" sz="3200" b="1">
                <a:latin typeface="Calibri"/>
                <a:ea typeface="+mn-lt"/>
                <a:cs typeface="+mn-lt"/>
              </a:rPr>
              <a:t>Default of Credit Card Clients Data Set</a:t>
            </a:r>
            <a:endParaRPr lang="en-US" sz="3200">
              <a:latin typeface="Calibri"/>
              <a:ea typeface="+mn-lt"/>
              <a:cs typeface="+mn-lt"/>
            </a:endParaRPr>
          </a:p>
          <a:p>
            <a:pPr marL="0" indent="0">
              <a:buNone/>
            </a:pPr>
            <a:endParaRPr lang="en-US" b="1">
              <a:latin typeface="Calibri"/>
              <a:cs typeface="Calibri"/>
            </a:endParaRPr>
          </a:p>
          <a:p>
            <a:pPr marL="0" indent="0">
              <a:buNone/>
            </a:pPr>
            <a:r>
              <a:rPr lang="en-US" b="1">
                <a:latin typeface="Calibri"/>
                <a:cs typeface="Calibri"/>
              </a:rPr>
              <a:t>INTRODUCTION: </a:t>
            </a:r>
            <a:r>
              <a:rPr lang="en-US">
                <a:latin typeface="Calibri"/>
                <a:ea typeface="+mn-lt"/>
                <a:cs typeface="+mn-lt"/>
              </a:rPr>
              <a:t>This research is aimed at the case of customers default payments in Taiwan and compares the predictive accuracy of probability of default among six data mining methods.</a:t>
            </a:r>
            <a:endParaRPr lang="en-US">
              <a:latin typeface="Calibri"/>
              <a:cs typeface="Calibri"/>
            </a:endParaRPr>
          </a:p>
          <a:p>
            <a:pPr marL="0" indent="0">
              <a:buNone/>
            </a:pPr>
            <a:endParaRPr lang="en-US" sz="2000" b="1">
              <a:latin typeface="Calibri"/>
              <a:cs typeface="Calibri"/>
            </a:endParaRPr>
          </a:p>
          <a:p>
            <a:pPr marL="0" indent="0">
              <a:buNone/>
            </a:pPr>
            <a:endParaRPr lang="en-US" sz="2000" b="1">
              <a:latin typeface="Calibri"/>
              <a:cs typeface="Calibri"/>
            </a:endParaRPr>
          </a:p>
          <a:p>
            <a:pPr marL="0" indent="0">
              <a:buNone/>
            </a:pPr>
            <a:r>
              <a:rPr lang="en-US" b="1">
                <a:latin typeface="Calibri"/>
                <a:cs typeface="Calibri"/>
              </a:rPr>
              <a:t>STEPS USED : </a:t>
            </a:r>
          </a:p>
          <a:p>
            <a:pPr marL="0" indent="0">
              <a:buNone/>
            </a:pPr>
            <a:endParaRPr lang="en-US" sz="2000" b="1">
              <a:ea typeface="+mn-lt"/>
              <a:cs typeface="+mn-lt"/>
            </a:endParaRPr>
          </a:p>
        </p:txBody>
      </p:sp>
      <p:sp>
        <p:nvSpPr>
          <p:cNvPr id="4" name="Arrow: Right 3">
            <a:extLst>
              <a:ext uri="{FF2B5EF4-FFF2-40B4-BE49-F238E27FC236}">
                <a16:creationId xmlns:a16="http://schemas.microsoft.com/office/drawing/2014/main" id="{2C1F8093-5CAF-612C-9B1D-7B41C1B96A01}"/>
              </a:ext>
            </a:extLst>
          </p:cNvPr>
          <p:cNvSpPr/>
          <p:nvPr/>
        </p:nvSpPr>
        <p:spPr>
          <a:xfrm>
            <a:off x="2194559" y="4421824"/>
            <a:ext cx="1715553" cy="2138662"/>
          </a:xfrm>
          <a:prstGeom prst="rightArrow">
            <a:avLst/>
          </a:prstGeom>
          <a:solidFill>
            <a:schemeClr val="tx2">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a:latin typeface="Calibri"/>
                <a:cs typeface="Calibri"/>
              </a:rPr>
              <a:t>Data modeling</a:t>
            </a:r>
            <a:endParaRPr lang="en-IN">
              <a:latin typeface="Calibri"/>
              <a:cs typeface="Calibri"/>
            </a:endParaRPr>
          </a:p>
        </p:txBody>
      </p:sp>
      <p:sp>
        <p:nvSpPr>
          <p:cNvPr id="10" name="Arrow: Right 9">
            <a:extLst>
              <a:ext uri="{FF2B5EF4-FFF2-40B4-BE49-F238E27FC236}">
                <a16:creationId xmlns:a16="http://schemas.microsoft.com/office/drawing/2014/main" id="{C3A7F2BE-0A39-68C0-191B-71EFF4529FDF}"/>
              </a:ext>
            </a:extLst>
          </p:cNvPr>
          <p:cNvSpPr/>
          <p:nvPr/>
        </p:nvSpPr>
        <p:spPr>
          <a:xfrm>
            <a:off x="3987818" y="4361308"/>
            <a:ext cx="1715553" cy="2199621"/>
          </a:xfrm>
          <a:prstGeom prst="rightArrow">
            <a:avLst/>
          </a:prstGeom>
          <a:solidFill>
            <a:schemeClr val="tx2">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a:latin typeface="Calibri"/>
                <a:ea typeface="+mn-lt"/>
                <a:cs typeface="+mn-lt"/>
              </a:rPr>
              <a:t>Exploratory Data Analysis</a:t>
            </a:r>
            <a:endParaRPr lang="en-IN">
              <a:latin typeface="Calibri"/>
              <a:cs typeface="Calibri"/>
            </a:endParaRPr>
          </a:p>
        </p:txBody>
      </p:sp>
      <p:sp>
        <p:nvSpPr>
          <p:cNvPr id="11" name="Arrow: Right 10">
            <a:extLst>
              <a:ext uri="{FF2B5EF4-FFF2-40B4-BE49-F238E27FC236}">
                <a16:creationId xmlns:a16="http://schemas.microsoft.com/office/drawing/2014/main" id="{C685C10B-094F-E0A8-EE71-082D12A92923}"/>
              </a:ext>
            </a:extLst>
          </p:cNvPr>
          <p:cNvSpPr/>
          <p:nvPr/>
        </p:nvSpPr>
        <p:spPr>
          <a:xfrm>
            <a:off x="10403629" y="4299904"/>
            <a:ext cx="1783601" cy="2412981"/>
          </a:xfrm>
          <a:prstGeom prst="rightArrow">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atin typeface="Calibri"/>
                <a:ea typeface="+mn-lt"/>
                <a:cs typeface="+mn-lt"/>
              </a:rPr>
              <a:t>Training</a:t>
            </a:r>
            <a:r>
              <a:rPr lang="en-US" sz="1800">
                <a:latin typeface="Calibri"/>
                <a:ea typeface="+mn-lt"/>
                <a:cs typeface="+mn-lt"/>
              </a:rPr>
              <a:t>, Testing and Evaluation</a:t>
            </a:r>
            <a:endParaRPr lang="en-IN">
              <a:latin typeface="Calibri"/>
              <a:cs typeface="Calibri"/>
            </a:endParaRPr>
          </a:p>
        </p:txBody>
      </p:sp>
      <p:sp>
        <p:nvSpPr>
          <p:cNvPr id="12" name="Rectangle 11">
            <a:extLst>
              <a:ext uri="{FF2B5EF4-FFF2-40B4-BE49-F238E27FC236}">
                <a16:creationId xmlns:a16="http://schemas.microsoft.com/office/drawing/2014/main" id="{28A7DF7A-1713-D22B-8FBC-0709258F26CE}"/>
              </a:ext>
            </a:extLst>
          </p:cNvPr>
          <p:cNvSpPr/>
          <p:nvPr/>
        </p:nvSpPr>
        <p:spPr>
          <a:xfrm>
            <a:off x="5744529" y="4203265"/>
            <a:ext cx="4576784" cy="2571024"/>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just"/>
            <a:r>
              <a:rPr lang="en-IN" sz="2000" b="1">
                <a:latin typeface="Calibri"/>
                <a:ea typeface="+mn-lt"/>
                <a:cs typeface="+mn-lt"/>
              </a:rPr>
              <a:t>Supervised learning techniques were used for this project since the output is classification/logical type.</a:t>
            </a:r>
          </a:p>
          <a:p>
            <a:pPr algn="just"/>
            <a:endParaRPr lang="en-IN" sz="1800">
              <a:latin typeface="Calibri"/>
              <a:ea typeface="+mn-lt"/>
              <a:cs typeface="Calibri"/>
            </a:endParaRPr>
          </a:p>
          <a:p>
            <a:pPr marL="0" indent="0" algn="just">
              <a:buNone/>
            </a:pPr>
            <a:r>
              <a:rPr lang="en-US" sz="1800" b="1">
                <a:latin typeface="Calibri"/>
                <a:ea typeface="+mn-lt"/>
                <a:cs typeface="+mn-lt"/>
              </a:rPr>
              <a:t>MODELS </a:t>
            </a:r>
          </a:p>
          <a:p>
            <a:pPr marL="0" indent="0">
              <a:buNone/>
            </a:pPr>
            <a:r>
              <a:rPr lang="en-US" sz="1800" b="1">
                <a:latin typeface="Calibri"/>
                <a:ea typeface="+mn-lt"/>
                <a:cs typeface="+mn-lt"/>
              </a:rPr>
              <a:t>1. </a:t>
            </a:r>
            <a:r>
              <a:rPr lang="en-US" sz="1800">
                <a:latin typeface="Calibri"/>
                <a:ea typeface="+mn-lt"/>
                <a:cs typeface="+mn-lt"/>
              </a:rPr>
              <a:t>KNN</a:t>
            </a:r>
            <a:r>
              <a:rPr lang="en-US" sz="1800" b="1">
                <a:latin typeface="Calibri"/>
                <a:ea typeface="+mn-lt"/>
                <a:cs typeface="+mn-lt"/>
              </a:rPr>
              <a:t> </a:t>
            </a:r>
            <a:r>
              <a:rPr lang="en-US" sz="1800">
                <a:latin typeface="Calibri"/>
                <a:ea typeface="+mn-lt"/>
                <a:cs typeface="+mn-lt"/>
              </a:rPr>
              <a:t>Classification</a:t>
            </a:r>
            <a:endParaRPr lang="en-US" sz="1800" b="1">
              <a:latin typeface="Calibri"/>
              <a:ea typeface="+mn-lt"/>
              <a:cs typeface="+mn-lt"/>
            </a:endParaRPr>
          </a:p>
          <a:p>
            <a:pPr marL="0" indent="0">
              <a:buNone/>
            </a:pPr>
            <a:r>
              <a:rPr lang="en-US" b="1">
                <a:latin typeface="Calibri"/>
                <a:ea typeface="+mn-lt"/>
                <a:cs typeface="+mn-lt"/>
              </a:rPr>
              <a:t>2</a:t>
            </a:r>
            <a:r>
              <a:rPr lang="en-US" sz="1800" b="1">
                <a:latin typeface="Calibri"/>
                <a:ea typeface="+mn-lt"/>
                <a:cs typeface="+mn-lt"/>
              </a:rPr>
              <a:t>. </a:t>
            </a:r>
            <a:r>
              <a:rPr lang="en-US" sz="1800">
                <a:latin typeface="Calibri"/>
                <a:ea typeface="+mn-lt"/>
                <a:cs typeface="+mn-lt"/>
              </a:rPr>
              <a:t>Logistic Regression</a:t>
            </a:r>
            <a:endParaRPr lang="en-US">
              <a:latin typeface="Calibri"/>
              <a:cs typeface="Calibri"/>
            </a:endParaRPr>
          </a:p>
          <a:p>
            <a:pPr marL="0" indent="0">
              <a:buNone/>
            </a:pPr>
            <a:r>
              <a:rPr lang="en-US">
                <a:latin typeface="Calibri"/>
                <a:ea typeface="+mn-lt"/>
                <a:cs typeface="+mn-lt"/>
              </a:rPr>
              <a:t>3</a:t>
            </a:r>
            <a:r>
              <a:rPr lang="en-US" sz="1800">
                <a:latin typeface="Calibri"/>
                <a:ea typeface="+mn-lt"/>
                <a:cs typeface="+mn-lt"/>
              </a:rPr>
              <a:t>. Naive Bayes Classifier</a:t>
            </a:r>
          </a:p>
          <a:p>
            <a:pPr algn="ctr"/>
            <a:endParaRPr lang="en-IN"/>
          </a:p>
        </p:txBody>
      </p:sp>
      <p:sp>
        <p:nvSpPr>
          <p:cNvPr id="6" name="Rectangle: Rounded Corners 5">
            <a:extLst>
              <a:ext uri="{FF2B5EF4-FFF2-40B4-BE49-F238E27FC236}">
                <a16:creationId xmlns:a16="http://schemas.microsoft.com/office/drawing/2014/main" id="{1B6B6C05-590B-3208-DBDB-1CB46BF93E30}"/>
              </a:ext>
            </a:extLst>
          </p:cNvPr>
          <p:cNvSpPr/>
          <p:nvPr/>
        </p:nvSpPr>
        <p:spPr>
          <a:xfrm>
            <a:off x="0" y="4254184"/>
            <a:ext cx="2163747" cy="2412981"/>
          </a:xfrm>
          <a:prstGeom prst="round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a:solidFill>
                  <a:schemeClr val="tx1"/>
                </a:solidFill>
                <a:latin typeface="Calibri"/>
                <a:cs typeface="Calibri"/>
              </a:rPr>
              <a:t>Data Source </a:t>
            </a:r>
            <a:br>
              <a:rPr lang="en-US">
                <a:latin typeface="Calibri"/>
              </a:rPr>
            </a:br>
            <a:r>
              <a:rPr lang="en-US" sz="1400">
                <a:solidFill>
                  <a:schemeClr val="tx1"/>
                </a:solidFill>
                <a:latin typeface="Calibri"/>
                <a:cs typeface="Calibri"/>
              </a:rPr>
              <a:t>UCI Machine Learning Repository default of credit card clients Data set</a:t>
            </a:r>
          </a:p>
          <a:p>
            <a:r>
              <a:rPr lang="en-IN" sz="1200">
                <a:solidFill>
                  <a:schemeClr val="tx1"/>
                </a:solidFill>
                <a:hlinkClick r:id="rId3"/>
              </a:rPr>
              <a:t>https://archive.ics.uci.edu/ml/datasets/default+of+credit+card+clients</a:t>
            </a:r>
            <a:endParaRPr lang="en-IN" sz="1200">
              <a:solidFill>
                <a:schemeClr val="tx1"/>
              </a:solidFill>
            </a:endParaRPr>
          </a:p>
        </p:txBody>
      </p:sp>
    </p:spTree>
    <p:extLst>
      <p:ext uri="{BB962C8B-B14F-4D97-AF65-F5344CB8AC3E}">
        <p14:creationId xmlns:p14="http://schemas.microsoft.com/office/powerpoint/2010/main" val="172347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heckerboard(across)">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heckerboard(across)">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heckerboard(across)">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4" name="Group 223">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225" name="Oval 224">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7"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8" name="Oval 227">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2"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3" name="Oval 232">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8"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9" name="Oval 238">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3"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4"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5"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6"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7"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8"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50" name="Straight Connector 249">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252" name="Rectangle 251">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4" name="Group 253">
            <a:extLst>
              <a:ext uri="{FF2B5EF4-FFF2-40B4-BE49-F238E27FC236}">
                <a16:creationId xmlns:a16="http://schemas.microsoft.com/office/drawing/2014/main" id="{1D57BA6D-167D-7240-B3FE-008D1E6950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88740" y="0"/>
            <a:ext cx="1901686" cy="6858000"/>
            <a:chOff x="10290315" y="0"/>
            <a:chExt cx="1901686" cy="6858000"/>
          </a:xfrm>
        </p:grpSpPr>
        <p:sp>
          <p:nvSpPr>
            <p:cNvPr id="255" name="Oval 254">
              <a:extLst>
                <a:ext uri="{FF2B5EF4-FFF2-40B4-BE49-F238E27FC236}">
                  <a16:creationId xmlns:a16="http://schemas.microsoft.com/office/drawing/2014/main" id="{E2D01B87-484D-6746-A89F-96D44FEA9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Freeform 21">
              <a:extLst>
                <a:ext uri="{FF2B5EF4-FFF2-40B4-BE49-F238E27FC236}">
                  <a16:creationId xmlns:a16="http://schemas.microsoft.com/office/drawing/2014/main" id="{5A417E8C-2304-3047-9C4B-CD73C0AE26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7" name="Freeform 22">
              <a:extLst>
                <a:ext uri="{FF2B5EF4-FFF2-40B4-BE49-F238E27FC236}">
                  <a16:creationId xmlns:a16="http://schemas.microsoft.com/office/drawing/2014/main" id="{36248558-6D7B-6C42-A93C-FAF456A2E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8" name="Freeform 23">
              <a:extLst>
                <a:ext uri="{FF2B5EF4-FFF2-40B4-BE49-F238E27FC236}">
                  <a16:creationId xmlns:a16="http://schemas.microsoft.com/office/drawing/2014/main" id="{612EEF68-AC74-DA43-AC55-3BD6B68B3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9" name="Freeform 24">
              <a:extLst>
                <a:ext uri="{FF2B5EF4-FFF2-40B4-BE49-F238E27FC236}">
                  <a16:creationId xmlns:a16="http://schemas.microsoft.com/office/drawing/2014/main" id="{EBD2A12C-9C06-9147-9150-C5DB636AD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0" name="Freeform 25">
              <a:extLst>
                <a:ext uri="{FF2B5EF4-FFF2-40B4-BE49-F238E27FC236}">
                  <a16:creationId xmlns:a16="http://schemas.microsoft.com/office/drawing/2014/main" id="{521962A6-4239-0646-97E2-360BA79A4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1" name="Freeform 26">
              <a:extLst>
                <a:ext uri="{FF2B5EF4-FFF2-40B4-BE49-F238E27FC236}">
                  <a16:creationId xmlns:a16="http://schemas.microsoft.com/office/drawing/2014/main" id="{9C9A28A1-5279-264E-99F4-0BB785FEEE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BF40B1F-97EC-5715-AC0A-4757F64F3846}"/>
              </a:ext>
            </a:extLst>
          </p:cNvPr>
          <p:cNvSpPr>
            <a:spLocks noGrp="1"/>
          </p:cNvSpPr>
          <p:nvPr>
            <p:ph type="title"/>
          </p:nvPr>
        </p:nvSpPr>
        <p:spPr>
          <a:xfrm>
            <a:off x="530586" y="1557548"/>
            <a:ext cx="6154314" cy="1702753"/>
          </a:xfrm>
        </p:spPr>
        <p:txBody>
          <a:bodyPr vert="horz" lIns="91440" tIns="45720" rIns="91440" bIns="45720" rtlCol="0" anchor="t">
            <a:normAutofit/>
          </a:bodyPr>
          <a:lstStyle/>
          <a:p>
            <a:pPr>
              <a:lnSpc>
                <a:spcPct val="90000"/>
              </a:lnSpc>
            </a:pPr>
            <a:r>
              <a:rPr lang="en-US" sz="2000" u="sng">
                <a:latin typeface="Calibri"/>
                <a:cs typeface="Calibri"/>
              </a:rPr>
              <a:t>Number of Customers Grouped by Education</a:t>
            </a:r>
            <a:br>
              <a:rPr lang="en-US" sz="2000">
                <a:latin typeface="Calibri"/>
              </a:rPr>
            </a:br>
            <a:br>
              <a:rPr lang="en-US" sz="2000">
                <a:latin typeface="Calibri"/>
              </a:rPr>
            </a:br>
            <a:r>
              <a:rPr lang="en-US" sz="2000" b="0">
                <a:latin typeface="Calibri"/>
                <a:cs typeface="Calibri"/>
              </a:rPr>
              <a:t>The dataset has most of the people with Graduate school and University background</a:t>
            </a:r>
            <a:r>
              <a:rPr lang="en-US" sz="2000" b="0">
                <a:solidFill>
                  <a:schemeClr val="accent6">
                    <a:lumMod val="75000"/>
                  </a:schemeClr>
                </a:solidFill>
                <a:latin typeface="Calibri"/>
                <a:cs typeface="Calibri"/>
              </a:rPr>
              <a:t>.</a:t>
            </a:r>
            <a:br>
              <a:rPr lang="en-US" sz="2000">
                <a:latin typeface="Calibri"/>
              </a:rPr>
            </a:br>
            <a:endParaRPr lang="en-US" sz="2000">
              <a:latin typeface="Calibri"/>
              <a:cs typeface="Calibri"/>
            </a:endParaRPr>
          </a:p>
        </p:txBody>
      </p:sp>
      <p:sp>
        <p:nvSpPr>
          <p:cNvPr id="167" name="Content Placeholder 151">
            <a:extLst>
              <a:ext uri="{FF2B5EF4-FFF2-40B4-BE49-F238E27FC236}">
                <a16:creationId xmlns:a16="http://schemas.microsoft.com/office/drawing/2014/main" id="{132B40CE-2911-7CA6-DCA0-1950AD28D45A}"/>
              </a:ext>
            </a:extLst>
          </p:cNvPr>
          <p:cNvSpPr>
            <a:spLocks noGrp="1"/>
          </p:cNvSpPr>
          <p:nvPr>
            <p:ph idx="1"/>
          </p:nvPr>
        </p:nvSpPr>
        <p:spPr>
          <a:xfrm>
            <a:off x="565151" y="3160879"/>
            <a:ext cx="6154314" cy="2597537"/>
          </a:xfrm>
        </p:spPr>
        <p:txBody>
          <a:bodyPr vert="horz" lIns="91440" tIns="45720" rIns="91440" bIns="45720" rtlCol="0" anchor="b">
            <a:normAutofit/>
          </a:bodyPr>
          <a:lstStyle/>
          <a:p>
            <a:pPr marL="0" indent="0">
              <a:buNone/>
            </a:pPr>
            <a:endParaRPr lang="en-US" sz="1600" b="1"/>
          </a:p>
          <a:p>
            <a:pPr marL="0" indent="0">
              <a:buNone/>
            </a:pPr>
            <a:r>
              <a:rPr lang="en-US" sz="2000" b="1" u="sng">
                <a:latin typeface="Calibri"/>
                <a:cs typeface="Calibri"/>
              </a:rPr>
              <a:t>Limit Balance of Customers by Education</a:t>
            </a:r>
            <a:endParaRPr lang="en-US" sz="2000" u="sng">
              <a:latin typeface="Calibri"/>
              <a:cs typeface="Calibri"/>
            </a:endParaRPr>
          </a:p>
          <a:p>
            <a:pPr marL="0" indent="0">
              <a:buNone/>
            </a:pPr>
            <a:endParaRPr lang="en-US" sz="2000" b="1">
              <a:solidFill>
                <a:srgbClr val="000000"/>
              </a:solidFill>
              <a:latin typeface="Calibri"/>
              <a:ea typeface="+mn-lt"/>
              <a:cs typeface="Calibri"/>
            </a:endParaRPr>
          </a:p>
          <a:p>
            <a:pPr marL="0" indent="0">
              <a:buNone/>
            </a:pPr>
            <a:r>
              <a:rPr lang="en-US" sz="2000">
                <a:latin typeface="Calibri"/>
                <a:ea typeface="+mn-lt"/>
                <a:cs typeface="+mn-lt"/>
              </a:rPr>
              <a:t>It is evident that customers with graduate degrees have higher maximum balances. </a:t>
            </a:r>
            <a:endParaRPr lang="en-US" sz="2000">
              <a:latin typeface="Calibri"/>
              <a:cs typeface="Calibri"/>
            </a:endParaRPr>
          </a:p>
          <a:p>
            <a:pPr marL="0" indent="0">
              <a:buNone/>
            </a:pPr>
            <a:endParaRPr lang="en-US" sz="1600"/>
          </a:p>
        </p:txBody>
      </p:sp>
      <p:pic>
        <p:nvPicPr>
          <p:cNvPr id="3" name="Picture 4" descr="Chart, bar chart&#10;&#10;Description automatically generated">
            <a:extLst>
              <a:ext uri="{FF2B5EF4-FFF2-40B4-BE49-F238E27FC236}">
                <a16:creationId xmlns:a16="http://schemas.microsoft.com/office/drawing/2014/main" id="{776D308D-69E9-607B-D09C-C0F39138F418}"/>
              </a:ext>
            </a:extLst>
          </p:cNvPr>
          <p:cNvPicPr>
            <a:picLocks noChangeAspect="1"/>
          </p:cNvPicPr>
          <p:nvPr/>
        </p:nvPicPr>
        <p:blipFill rotWithShape="1">
          <a:blip r:embed="rId2"/>
          <a:srcRect r="1669" b="3"/>
          <a:stretch/>
        </p:blipFill>
        <p:spPr>
          <a:xfrm>
            <a:off x="7446957" y="0"/>
            <a:ext cx="4699685" cy="3428989"/>
          </a:xfrm>
          <a:prstGeom prst="rect">
            <a:avLst/>
          </a:prstGeom>
        </p:spPr>
      </p:pic>
      <p:cxnSp>
        <p:nvCxnSpPr>
          <p:cNvPr id="263" name="Straight Connector 262">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636337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Picture 5" descr="Chart, box and whisker chart&#10;&#10;Description automatically generated">
            <a:extLst>
              <a:ext uri="{FF2B5EF4-FFF2-40B4-BE49-F238E27FC236}">
                <a16:creationId xmlns:a16="http://schemas.microsoft.com/office/drawing/2014/main" id="{93D08D18-D62F-1657-47CE-54064F3F9542}"/>
              </a:ext>
            </a:extLst>
          </p:cNvPr>
          <p:cNvPicPr>
            <a:picLocks noChangeAspect="1"/>
          </p:cNvPicPr>
          <p:nvPr/>
        </p:nvPicPr>
        <p:blipFill rotWithShape="1">
          <a:blip r:embed="rId3"/>
          <a:srcRect r="1669" b="3"/>
          <a:stretch/>
        </p:blipFill>
        <p:spPr>
          <a:xfrm>
            <a:off x="7446956" y="3434284"/>
            <a:ext cx="4699685" cy="3429000"/>
          </a:xfrm>
          <a:prstGeom prst="rect">
            <a:avLst/>
          </a:prstGeom>
        </p:spPr>
      </p:pic>
      <p:cxnSp>
        <p:nvCxnSpPr>
          <p:cNvPr id="265" name="Straight Connector 264">
            <a:extLst>
              <a:ext uri="{FF2B5EF4-FFF2-40B4-BE49-F238E27FC236}">
                <a16:creationId xmlns:a16="http://schemas.microsoft.com/office/drawing/2014/main" id="{7EEC119C-80B3-DB42-967C-CFC27AAEFA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88536" y="3428999"/>
            <a:ext cx="4703464" cy="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BE40968-8098-5DE8-767C-24A5342C15D3}"/>
              </a:ext>
            </a:extLst>
          </p:cNvPr>
          <p:cNvSpPr txBox="1"/>
          <p:nvPr/>
        </p:nvSpPr>
        <p:spPr>
          <a:xfrm>
            <a:off x="0" y="36304"/>
            <a:ext cx="5634350" cy="707886"/>
          </a:xfrm>
          <a:prstGeom prst="rect">
            <a:avLst/>
          </a:prstGeom>
          <a:noFill/>
        </p:spPr>
        <p:txBody>
          <a:bodyPr wrap="square" lIns="91440" tIns="45720" rIns="91440" bIns="45720" rtlCol="0" anchor="t">
            <a:spAutoFit/>
          </a:bodyPr>
          <a:lstStyle/>
          <a:p>
            <a:r>
              <a:rPr lang="en-US" sz="4000">
                <a:solidFill>
                  <a:schemeClr val="accent6">
                    <a:lumMod val="75000"/>
                  </a:schemeClr>
                </a:solidFill>
              </a:rPr>
              <a:t> </a:t>
            </a:r>
            <a:r>
              <a:rPr lang="en-US" sz="4000" u="sng">
                <a:solidFill>
                  <a:schemeClr val="accent5"/>
                </a:solidFill>
                <a:latin typeface="Calibri"/>
                <a:cs typeface="Calibri"/>
              </a:rPr>
              <a:t>Education</a:t>
            </a:r>
            <a:endParaRPr lang="en-IN" sz="4000" u="sng">
              <a:solidFill>
                <a:schemeClr val="accent5"/>
              </a:solidFill>
              <a:latin typeface="Calibri"/>
              <a:cs typeface="Calibri"/>
            </a:endParaRPr>
          </a:p>
        </p:txBody>
      </p:sp>
    </p:spTree>
    <p:extLst>
      <p:ext uri="{BB962C8B-B14F-4D97-AF65-F5344CB8AC3E}">
        <p14:creationId xmlns:p14="http://schemas.microsoft.com/office/powerpoint/2010/main" val="2707866632"/>
      </p:ext>
    </p:extLst>
  </p:cSld>
  <p:clrMapOvr>
    <a:masterClrMapping/>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52C35-58BC-B3BC-AC1C-7386B5D4AEF6}"/>
              </a:ext>
            </a:extLst>
          </p:cNvPr>
          <p:cNvSpPr>
            <a:spLocks noGrp="1"/>
          </p:cNvSpPr>
          <p:nvPr>
            <p:ph type="title"/>
          </p:nvPr>
        </p:nvSpPr>
        <p:spPr>
          <a:xfrm>
            <a:off x="386755" y="310023"/>
            <a:ext cx="4750879" cy="1589355"/>
          </a:xfrm>
          <a:solidFill>
            <a:schemeClr val="bg1"/>
          </a:solidFill>
        </p:spPr>
        <p:txBody>
          <a:bodyPr>
            <a:normAutofit/>
          </a:bodyPr>
          <a:lstStyle/>
          <a:p>
            <a:pPr>
              <a:lnSpc>
                <a:spcPct val="90000"/>
              </a:lnSpc>
            </a:pPr>
            <a:r>
              <a:rPr lang="en-GB" sz="2800" u="sng">
                <a:solidFill>
                  <a:schemeClr val="accent5">
                    <a:lumMod val="75000"/>
                  </a:schemeClr>
                </a:solidFill>
                <a:latin typeface="Calibri"/>
                <a:ea typeface="+mj-lt"/>
                <a:cs typeface="+mj-lt"/>
              </a:rPr>
              <a:t>Analysing Customer’s</a:t>
            </a:r>
            <a:br>
              <a:rPr lang="en-GB" sz="2800" u="sng">
                <a:latin typeface="Calibri"/>
                <a:ea typeface="+mj-lt"/>
                <a:cs typeface="+mj-lt"/>
              </a:rPr>
            </a:br>
            <a:r>
              <a:rPr lang="en-GB" sz="2800" u="sng">
                <a:solidFill>
                  <a:schemeClr val="accent5">
                    <a:lumMod val="75000"/>
                  </a:schemeClr>
                </a:solidFill>
                <a:latin typeface="Calibri"/>
                <a:ea typeface="+mj-lt"/>
                <a:cs typeface="+mj-lt"/>
              </a:rPr>
              <a:t> Education vs Default</a:t>
            </a:r>
            <a:br>
              <a:rPr lang="en-GB" sz="2800" b="0">
                <a:latin typeface="Calibri"/>
                <a:ea typeface="+mj-lt"/>
                <a:cs typeface="+mj-lt"/>
              </a:rPr>
            </a:br>
            <a:endParaRPr lang="en-US" sz="2000">
              <a:latin typeface="Calibri"/>
              <a:cs typeface="Calibri"/>
            </a:endParaRPr>
          </a:p>
        </p:txBody>
      </p:sp>
      <p:pic>
        <p:nvPicPr>
          <p:cNvPr id="4" name="Picture 4" descr="Chart, bar chart&#10;&#10;Description automatically generated">
            <a:extLst>
              <a:ext uri="{FF2B5EF4-FFF2-40B4-BE49-F238E27FC236}">
                <a16:creationId xmlns:a16="http://schemas.microsoft.com/office/drawing/2014/main" id="{471E7499-EEDE-6645-0ACA-9B4EDD942409}"/>
              </a:ext>
            </a:extLst>
          </p:cNvPr>
          <p:cNvPicPr>
            <a:picLocks noChangeAspect="1"/>
          </p:cNvPicPr>
          <p:nvPr/>
        </p:nvPicPr>
        <p:blipFill>
          <a:blip r:embed="rId2"/>
          <a:stretch>
            <a:fillRect/>
          </a:stretch>
        </p:blipFill>
        <p:spPr>
          <a:xfrm>
            <a:off x="5655007" y="835175"/>
            <a:ext cx="6395479" cy="5433782"/>
          </a:xfrm>
          <a:prstGeom prst="rect">
            <a:avLst/>
          </a:prstGeom>
        </p:spPr>
      </p:pic>
      <p:grpSp>
        <p:nvGrpSpPr>
          <p:cNvPr id="13" name="Group 12">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4"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9" name="Straight Connector 18">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626B9664-2DB3-3F62-ECF8-9DA19FDD9F77}"/>
              </a:ext>
            </a:extLst>
          </p:cNvPr>
          <p:cNvSpPr>
            <a:spLocks noGrp="1"/>
          </p:cNvSpPr>
          <p:nvPr>
            <p:ph idx="1"/>
          </p:nvPr>
        </p:nvSpPr>
        <p:spPr>
          <a:xfrm>
            <a:off x="386755" y="2279192"/>
            <a:ext cx="4965081" cy="4173967"/>
          </a:xfrm>
        </p:spPr>
        <p:txBody>
          <a:bodyPr vert="horz" lIns="91440" tIns="45720" rIns="91440" bIns="45720" rtlCol="0" anchor="t">
            <a:normAutofit/>
          </a:bodyPr>
          <a:lstStyle/>
          <a:p>
            <a:pPr marL="0" indent="0">
              <a:buNone/>
            </a:pPr>
            <a:r>
              <a:rPr lang="en-GB">
                <a:latin typeface="Calibri"/>
                <a:ea typeface="+mn-lt"/>
                <a:cs typeface="+mn-lt"/>
              </a:rPr>
              <a:t>University graduates make up 50.2% of those who default on loans, compared to 45.8% of those who don't. Only the percentage of students in high school increased between the No default and default categories. </a:t>
            </a:r>
            <a:endParaRPr lang="en-US">
              <a:latin typeface="Calibri"/>
              <a:cs typeface="Calibri"/>
            </a:endParaRPr>
          </a:p>
        </p:txBody>
      </p:sp>
    </p:spTree>
    <p:extLst>
      <p:ext uri="{BB962C8B-B14F-4D97-AF65-F5344CB8AC3E}">
        <p14:creationId xmlns:p14="http://schemas.microsoft.com/office/powerpoint/2010/main" val="1155740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2B3AB1-1704-8250-7F5A-42942FE36902}"/>
              </a:ext>
            </a:extLst>
          </p:cNvPr>
          <p:cNvSpPr>
            <a:spLocks noGrp="1"/>
          </p:cNvSpPr>
          <p:nvPr>
            <p:ph type="title"/>
          </p:nvPr>
        </p:nvSpPr>
        <p:spPr>
          <a:xfrm>
            <a:off x="336550" y="680159"/>
            <a:ext cx="4133561" cy="1243374"/>
          </a:xfrm>
        </p:spPr>
        <p:txBody>
          <a:bodyPr>
            <a:noAutofit/>
          </a:bodyPr>
          <a:lstStyle/>
          <a:p>
            <a:pPr>
              <a:lnSpc>
                <a:spcPct val="90000"/>
              </a:lnSpc>
            </a:pPr>
            <a:r>
              <a:rPr lang="en-GB" sz="2800" u="sng">
                <a:solidFill>
                  <a:schemeClr val="accent5"/>
                </a:solidFill>
                <a:latin typeface="Calibri"/>
                <a:ea typeface="+mj-lt"/>
                <a:cs typeface="+mj-lt"/>
              </a:rPr>
              <a:t>Analysing Customer Based on Marriage</a:t>
            </a:r>
            <a:endParaRPr lang="en-US" sz="2800" u="sng">
              <a:solidFill>
                <a:schemeClr val="accent5"/>
              </a:solidFill>
              <a:latin typeface="Calibri"/>
              <a:cs typeface="Calibri"/>
            </a:endParaRPr>
          </a:p>
        </p:txBody>
      </p:sp>
      <p:sp>
        <p:nvSpPr>
          <p:cNvPr id="8" name="Content Placeholder 7">
            <a:extLst>
              <a:ext uri="{FF2B5EF4-FFF2-40B4-BE49-F238E27FC236}">
                <a16:creationId xmlns:a16="http://schemas.microsoft.com/office/drawing/2014/main" id="{FD7867F5-5B47-62CE-DE73-1C06320D147A}"/>
              </a:ext>
            </a:extLst>
          </p:cNvPr>
          <p:cNvSpPr>
            <a:spLocks noGrp="1"/>
          </p:cNvSpPr>
          <p:nvPr>
            <p:ph idx="1"/>
          </p:nvPr>
        </p:nvSpPr>
        <p:spPr>
          <a:xfrm>
            <a:off x="757841" y="3070913"/>
            <a:ext cx="4133560" cy="3601212"/>
          </a:xfrm>
        </p:spPr>
        <p:txBody>
          <a:bodyPr vert="horz" lIns="91440" tIns="45720" rIns="91440" bIns="45720" rtlCol="0" anchor="t">
            <a:normAutofit/>
          </a:bodyPr>
          <a:lstStyle/>
          <a:p>
            <a:pPr marL="0" indent="0">
              <a:buNone/>
            </a:pPr>
            <a:r>
              <a:rPr lang="en-US">
                <a:latin typeface="Calibri"/>
                <a:ea typeface="+mn-lt"/>
                <a:cs typeface="+mn-lt"/>
              </a:rPr>
              <a:t>The dataset has more single individuals than married individuals combined. </a:t>
            </a:r>
            <a:endParaRPr lang="en-US">
              <a:latin typeface="Calibri"/>
              <a:cs typeface="Calibri"/>
            </a:endParaRPr>
          </a:p>
        </p:txBody>
      </p:sp>
      <p:cxnSp>
        <p:nvCxnSpPr>
          <p:cNvPr id="29" name="Straight Connector 28">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Chart, bar chart&#10;&#10;Description automatically generated">
            <a:extLst>
              <a:ext uri="{FF2B5EF4-FFF2-40B4-BE49-F238E27FC236}">
                <a16:creationId xmlns:a16="http://schemas.microsoft.com/office/drawing/2014/main" id="{009123FF-CD17-C771-E71B-C1AF49F7B8BF}"/>
              </a:ext>
            </a:extLst>
          </p:cNvPr>
          <p:cNvPicPr>
            <a:picLocks noChangeAspect="1"/>
          </p:cNvPicPr>
          <p:nvPr/>
        </p:nvPicPr>
        <p:blipFill rotWithShape="1">
          <a:blip r:embed="rId2"/>
          <a:srcRect r="3376"/>
          <a:stretch/>
        </p:blipFill>
        <p:spPr>
          <a:xfrm>
            <a:off x="5263860" y="681645"/>
            <a:ext cx="6273249" cy="5486057"/>
          </a:xfrm>
          <a:prstGeom prst="rect">
            <a:avLst/>
          </a:prstGeom>
        </p:spPr>
      </p:pic>
      <p:grpSp>
        <p:nvGrpSpPr>
          <p:cNvPr id="31" name="Group 30">
            <a:extLst>
              <a:ext uri="{FF2B5EF4-FFF2-40B4-BE49-F238E27FC236}">
                <a16:creationId xmlns:a16="http://schemas.microsoft.com/office/drawing/2014/main" id="{0D40C408-1C95-CC45-87A7-61CE8B1F93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32" name="Freeform 22">
              <a:extLst>
                <a:ext uri="{FF2B5EF4-FFF2-40B4-BE49-F238E27FC236}">
                  <a16:creationId xmlns:a16="http://schemas.microsoft.com/office/drawing/2014/main" id="{064C34AA-742A-4849-8CD3-EBD627656C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24">
              <a:extLst>
                <a:ext uri="{FF2B5EF4-FFF2-40B4-BE49-F238E27FC236}">
                  <a16:creationId xmlns:a16="http://schemas.microsoft.com/office/drawing/2014/main" id="{EC6ED33D-9A7B-5247-BA45-456AE5F3B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26">
              <a:extLst>
                <a:ext uri="{FF2B5EF4-FFF2-40B4-BE49-F238E27FC236}">
                  <a16:creationId xmlns:a16="http://schemas.microsoft.com/office/drawing/2014/main" id="{143DF02F-6797-8A48-8141-360A16A5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27">
              <a:extLst>
                <a:ext uri="{FF2B5EF4-FFF2-40B4-BE49-F238E27FC236}">
                  <a16:creationId xmlns:a16="http://schemas.microsoft.com/office/drawing/2014/main" id="{FDD14875-9EDB-984E-9EDE-3C3A422D9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771970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59">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BCBF3-F21E-9B04-BCD2-E1C3957E308B}"/>
              </a:ext>
            </a:extLst>
          </p:cNvPr>
          <p:cNvSpPr>
            <a:spLocks noGrp="1"/>
          </p:cNvSpPr>
          <p:nvPr>
            <p:ph type="title"/>
          </p:nvPr>
        </p:nvSpPr>
        <p:spPr>
          <a:xfrm>
            <a:off x="108858" y="770890"/>
            <a:ext cx="6857292" cy="1273570"/>
          </a:xfrm>
        </p:spPr>
        <p:txBody>
          <a:bodyPr>
            <a:normAutofit/>
          </a:bodyPr>
          <a:lstStyle/>
          <a:p>
            <a:r>
              <a:rPr lang="en-GB" sz="2000" b="0">
                <a:ea typeface="+mj-lt"/>
                <a:cs typeface="+mj-lt"/>
              </a:rPr>
              <a:t>  </a:t>
            </a:r>
            <a:r>
              <a:rPr lang="en-GB" sz="2400" u="sng">
                <a:solidFill>
                  <a:schemeClr val="accent5"/>
                </a:solidFill>
                <a:latin typeface="Calibri"/>
                <a:ea typeface="+mj-lt"/>
                <a:cs typeface="+mj-lt"/>
              </a:rPr>
              <a:t>Analysing customer’s Marriage vs Default</a:t>
            </a:r>
            <a:br>
              <a:rPr lang="en-GB" sz="2400" u="sng">
                <a:latin typeface="Calibri"/>
                <a:ea typeface="+mj-lt"/>
                <a:cs typeface="+mj-lt"/>
              </a:rPr>
            </a:br>
            <a:br>
              <a:rPr lang="en-GB" sz="2400">
                <a:latin typeface="Calibri"/>
                <a:ea typeface="+mj-lt"/>
                <a:cs typeface="+mj-lt"/>
              </a:rPr>
            </a:br>
            <a:endParaRPr lang="en-GB" sz="2000" b="0"/>
          </a:p>
        </p:txBody>
      </p:sp>
      <p:sp>
        <p:nvSpPr>
          <p:cNvPr id="23" name="Content Placeholder 22">
            <a:extLst>
              <a:ext uri="{FF2B5EF4-FFF2-40B4-BE49-F238E27FC236}">
                <a16:creationId xmlns:a16="http://schemas.microsoft.com/office/drawing/2014/main" id="{5342DC87-F7FF-669C-AEA2-DC29F64562E8}"/>
              </a:ext>
            </a:extLst>
          </p:cNvPr>
          <p:cNvSpPr>
            <a:spLocks noGrp="1"/>
          </p:cNvSpPr>
          <p:nvPr>
            <p:ph idx="1"/>
          </p:nvPr>
        </p:nvSpPr>
        <p:spPr>
          <a:xfrm>
            <a:off x="565150" y="2160016"/>
            <a:ext cx="6400999" cy="3601212"/>
          </a:xfrm>
        </p:spPr>
        <p:txBody>
          <a:bodyPr vert="horz" lIns="91440" tIns="45720" rIns="91440" bIns="45720" rtlCol="0" anchor="t">
            <a:normAutofit/>
          </a:bodyPr>
          <a:lstStyle/>
          <a:p>
            <a:pPr marL="0" indent="0">
              <a:buNone/>
            </a:pPr>
            <a:r>
              <a:rPr lang="en-US">
                <a:latin typeface="Calibri"/>
                <a:cs typeface="Calibri"/>
              </a:rPr>
              <a:t>Percentage of single people who doesn’t default on loan is higher than married and others combined.</a:t>
            </a:r>
            <a:endParaRPr lang="en-US"/>
          </a:p>
          <a:p>
            <a:pPr marL="0" indent="0">
              <a:buNone/>
            </a:pPr>
            <a:endParaRPr lang="en-US">
              <a:latin typeface="Calibri"/>
              <a:cs typeface="Calibri"/>
            </a:endParaRPr>
          </a:p>
          <a:p>
            <a:pPr marL="0" indent="0">
              <a:buNone/>
            </a:pPr>
            <a:endParaRPr lang="en-US">
              <a:latin typeface="Calibri"/>
              <a:cs typeface="Calibri"/>
            </a:endParaRPr>
          </a:p>
          <a:p>
            <a:pPr marL="0" indent="0">
              <a:buNone/>
            </a:pPr>
            <a:endParaRPr lang="en-US">
              <a:latin typeface="Calibri"/>
              <a:cs typeface="Calibri"/>
            </a:endParaRPr>
          </a:p>
          <a:p>
            <a:pPr marL="0" indent="0">
              <a:buNone/>
            </a:pPr>
            <a:r>
              <a:rPr lang="en-US">
                <a:latin typeface="Calibri"/>
                <a:cs typeface="Calibri"/>
              </a:rPr>
              <a:t>The dataset has highest number of people from (singles who doesn’t default on loan category)</a:t>
            </a:r>
            <a:endParaRPr lang="en-US"/>
          </a:p>
        </p:txBody>
      </p:sp>
      <p:grpSp>
        <p:nvGrpSpPr>
          <p:cNvPr id="71" name="Group 61">
            <a:extLst>
              <a:ext uri="{FF2B5EF4-FFF2-40B4-BE49-F238E27FC236}">
                <a16:creationId xmlns:a16="http://schemas.microsoft.com/office/drawing/2014/main" id="{2ACBB827-9A2D-D449-9686-F47D2A20EF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63" name="Freeform 21">
              <a:extLst>
                <a:ext uri="{FF2B5EF4-FFF2-40B4-BE49-F238E27FC236}">
                  <a16:creationId xmlns:a16="http://schemas.microsoft.com/office/drawing/2014/main" id="{9B921EC8-AD62-E940-80A2-682AC7104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23">
              <a:extLst>
                <a:ext uri="{FF2B5EF4-FFF2-40B4-BE49-F238E27FC236}">
                  <a16:creationId xmlns:a16="http://schemas.microsoft.com/office/drawing/2014/main" id="{6DBDC735-9A9C-6340-B1E4-3576B27ED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25">
              <a:extLst>
                <a:ext uri="{FF2B5EF4-FFF2-40B4-BE49-F238E27FC236}">
                  <a16:creationId xmlns:a16="http://schemas.microsoft.com/office/drawing/2014/main" id="{E3F399C2-198A-1347-8B48-1B1D508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26">
              <a:extLst>
                <a:ext uri="{FF2B5EF4-FFF2-40B4-BE49-F238E27FC236}">
                  <a16:creationId xmlns:a16="http://schemas.microsoft.com/office/drawing/2014/main" id="{4AB3593B-CA05-1845-839E-90B9B70EC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3" name="Picture 4" descr="Chart, bar chart&#10;&#10;Description automatically generated">
            <a:extLst>
              <a:ext uri="{FF2B5EF4-FFF2-40B4-BE49-F238E27FC236}">
                <a16:creationId xmlns:a16="http://schemas.microsoft.com/office/drawing/2014/main" id="{BB95579F-C3B8-A1C8-4C9F-86C198F35B20}"/>
              </a:ext>
            </a:extLst>
          </p:cNvPr>
          <p:cNvPicPr>
            <a:picLocks noChangeAspect="1"/>
          </p:cNvPicPr>
          <p:nvPr/>
        </p:nvPicPr>
        <p:blipFill>
          <a:blip r:embed="rId2"/>
          <a:stretch>
            <a:fillRect/>
          </a:stretch>
        </p:blipFill>
        <p:spPr>
          <a:xfrm>
            <a:off x="6966149" y="1"/>
            <a:ext cx="5116994" cy="3312930"/>
          </a:xfrm>
          <a:prstGeom prst="rect">
            <a:avLst/>
          </a:prstGeom>
        </p:spPr>
      </p:pic>
      <p:cxnSp>
        <p:nvCxnSpPr>
          <p:cNvPr id="72" name="Straight Connector 67">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640099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Chart, bar chart&#10;&#10;Description automatically generated">
            <a:extLst>
              <a:ext uri="{FF2B5EF4-FFF2-40B4-BE49-F238E27FC236}">
                <a16:creationId xmlns:a16="http://schemas.microsoft.com/office/drawing/2014/main" id="{5E94FCC2-B2D6-DC43-059B-FC6DAADB98D3}"/>
              </a:ext>
            </a:extLst>
          </p:cNvPr>
          <p:cNvPicPr>
            <a:picLocks noChangeAspect="1"/>
          </p:cNvPicPr>
          <p:nvPr/>
        </p:nvPicPr>
        <p:blipFill>
          <a:blip r:embed="rId3"/>
          <a:stretch>
            <a:fillRect/>
          </a:stretch>
        </p:blipFill>
        <p:spPr>
          <a:xfrm>
            <a:off x="6966149" y="3545070"/>
            <a:ext cx="5116994" cy="3269418"/>
          </a:xfrm>
          <a:prstGeom prst="rect">
            <a:avLst/>
          </a:prstGeom>
        </p:spPr>
      </p:pic>
    </p:spTree>
    <p:extLst>
      <p:ext uri="{BB962C8B-B14F-4D97-AF65-F5344CB8AC3E}">
        <p14:creationId xmlns:p14="http://schemas.microsoft.com/office/powerpoint/2010/main" val="761928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F2F744-D1FE-3BC3-FE42-9FB1521056FF}"/>
              </a:ext>
            </a:extLst>
          </p:cNvPr>
          <p:cNvSpPr>
            <a:spLocks noGrp="1"/>
          </p:cNvSpPr>
          <p:nvPr>
            <p:ph type="title"/>
          </p:nvPr>
        </p:nvSpPr>
        <p:spPr>
          <a:xfrm>
            <a:off x="565151" y="770890"/>
            <a:ext cx="4930580" cy="698827"/>
          </a:xfrm>
        </p:spPr>
        <p:txBody>
          <a:bodyPr>
            <a:normAutofit/>
          </a:bodyPr>
          <a:lstStyle/>
          <a:p>
            <a:r>
              <a:rPr lang="en-GB" sz="2800" u="sng">
                <a:solidFill>
                  <a:schemeClr val="accent5">
                    <a:lumMod val="75000"/>
                  </a:schemeClr>
                </a:solidFill>
                <a:latin typeface="Calibri"/>
                <a:ea typeface="+mj-lt"/>
                <a:cs typeface="+mj-lt"/>
              </a:rPr>
              <a:t>Group by Sex(M/F)</a:t>
            </a:r>
            <a:endParaRPr lang="en-US" sz="2800">
              <a:solidFill>
                <a:schemeClr val="accent5">
                  <a:lumMod val="75000"/>
                </a:schemeClr>
              </a:solidFill>
              <a:latin typeface="Calibri"/>
              <a:cs typeface="Calibri"/>
            </a:endParaRPr>
          </a:p>
        </p:txBody>
      </p:sp>
      <p:sp>
        <p:nvSpPr>
          <p:cNvPr id="8" name="Content Placeholder 7">
            <a:extLst>
              <a:ext uri="{FF2B5EF4-FFF2-40B4-BE49-F238E27FC236}">
                <a16:creationId xmlns:a16="http://schemas.microsoft.com/office/drawing/2014/main" id="{3DED0315-E049-FFC5-C001-04950771006C}"/>
              </a:ext>
            </a:extLst>
          </p:cNvPr>
          <p:cNvSpPr>
            <a:spLocks noGrp="1"/>
          </p:cNvSpPr>
          <p:nvPr>
            <p:ph idx="1"/>
          </p:nvPr>
        </p:nvSpPr>
        <p:spPr>
          <a:xfrm>
            <a:off x="565151" y="1362269"/>
            <a:ext cx="4133560" cy="4398959"/>
          </a:xfrm>
        </p:spPr>
        <p:txBody>
          <a:bodyPr vert="horz" lIns="91440" tIns="45720" rIns="91440" bIns="45720" rtlCol="0" anchor="t">
            <a:normAutofit/>
          </a:bodyPr>
          <a:lstStyle/>
          <a:p>
            <a:pPr marL="0" indent="0">
              <a:buNone/>
            </a:pPr>
            <a:r>
              <a:rPr lang="en-US">
                <a:latin typeface="Calibri"/>
                <a:cs typeface="Calibri"/>
              </a:rPr>
              <a:t>The dataset has 53% more females than males.</a:t>
            </a:r>
          </a:p>
          <a:p>
            <a:pPr marL="0" indent="0">
              <a:buNone/>
            </a:pPr>
            <a:endParaRPr lang="en-US">
              <a:latin typeface="Calibri"/>
              <a:cs typeface="Calibri"/>
            </a:endParaRPr>
          </a:p>
          <a:p>
            <a:pPr marL="0" indent="0">
              <a:buNone/>
            </a:pPr>
            <a:endParaRPr lang="en-US" sz="2000">
              <a:latin typeface="Calibri"/>
              <a:cs typeface="Calibri"/>
            </a:endParaRPr>
          </a:p>
          <a:p>
            <a:pPr marL="0" indent="0">
              <a:buNone/>
            </a:pPr>
            <a:endParaRPr lang="en-US" sz="2000">
              <a:latin typeface="Calibri"/>
              <a:cs typeface="Calibri"/>
            </a:endParaRPr>
          </a:p>
          <a:p>
            <a:pPr marL="0" indent="0">
              <a:buNone/>
            </a:pPr>
            <a:endParaRPr lang="en-US" sz="2000">
              <a:latin typeface="Calibri"/>
              <a:cs typeface="Calibri"/>
            </a:endParaRPr>
          </a:p>
          <a:p>
            <a:pPr marL="0" indent="0">
              <a:buNone/>
            </a:pPr>
            <a:r>
              <a:rPr lang="en-GB" sz="2800" b="1" u="sng">
                <a:solidFill>
                  <a:schemeClr val="accent5">
                    <a:lumMod val="75000"/>
                  </a:schemeClr>
                </a:solidFill>
                <a:latin typeface="Calibri"/>
                <a:ea typeface="+mn-lt"/>
                <a:cs typeface="+mn-lt"/>
              </a:rPr>
              <a:t>Sex vs Default</a:t>
            </a:r>
            <a:endParaRPr lang="en-US" sz="2800" b="1" u="sng">
              <a:solidFill>
                <a:schemeClr val="accent5">
                  <a:lumMod val="75000"/>
                </a:schemeClr>
              </a:solidFill>
              <a:latin typeface="Calibri"/>
              <a:ea typeface="+mn-lt"/>
              <a:cs typeface="+mn-lt"/>
            </a:endParaRPr>
          </a:p>
          <a:p>
            <a:pPr marL="0" indent="0">
              <a:buNone/>
            </a:pPr>
            <a:endParaRPr lang="en-US" sz="2000">
              <a:latin typeface="Calibri"/>
              <a:cs typeface="Calibri"/>
            </a:endParaRPr>
          </a:p>
          <a:p>
            <a:pPr marL="0" indent="0">
              <a:buNone/>
            </a:pPr>
            <a:r>
              <a:rPr lang="en-US">
                <a:latin typeface="Calibri"/>
                <a:cs typeface="Calibri"/>
              </a:rPr>
              <a:t>24.2% males defaults on loan. 20.8% females defaults on loan.</a:t>
            </a:r>
            <a:endParaRPr lang="en-US"/>
          </a:p>
          <a:p>
            <a:pPr marL="0" indent="0">
              <a:buNone/>
            </a:pPr>
            <a:endParaRPr lang="en-US" sz="2000">
              <a:latin typeface="Calibri"/>
              <a:cs typeface="Calibri"/>
            </a:endParaRPr>
          </a:p>
        </p:txBody>
      </p:sp>
      <p:cxnSp>
        <p:nvCxnSpPr>
          <p:cNvPr id="13" name="Straight Connector 12">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Chart, bar chart&#10;&#10;Description automatically generated">
            <a:extLst>
              <a:ext uri="{FF2B5EF4-FFF2-40B4-BE49-F238E27FC236}">
                <a16:creationId xmlns:a16="http://schemas.microsoft.com/office/drawing/2014/main" id="{4A1C06F7-5FDB-25AC-DACB-9CE5EA0232E7}"/>
              </a:ext>
            </a:extLst>
          </p:cNvPr>
          <p:cNvPicPr>
            <a:picLocks noChangeAspect="1"/>
          </p:cNvPicPr>
          <p:nvPr/>
        </p:nvPicPr>
        <p:blipFill rotWithShape="1">
          <a:blip r:embed="rId2"/>
          <a:srcRect l="3375"/>
          <a:stretch/>
        </p:blipFill>
        <p:spPr>
          <a:xfrm>
            <a:off x="6328706" y="290876"/>
            <a:ext cx="4026328" cy="2750674"/>
          </a:xfrm>
          <a:prstGeom prst="rect">
            <a:avLst/>
          </a:prstGeom>
        </p:spPr>
      </p:pic>
      <p:grpSp>
        <p:nvGrpSpPr>
          <p:cNvPr id="15" name="Group 14">
            <a:extLst>
              <a:ext uri="{FF2B5EF4-FFF2-40B4-BE49-F238E27FC236}">
                <a16:creationId xmlns:a16="http://schemas.microsoft.com/office/drawing/2014/main" id="{0D40C408-1C95-CC45-87A7-61CE8B1F93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6" name="Freeform 22">
              <a:extLst>
                <a:ext uri="{FF2B5EF4-FFF2-40B4-BE49-F238E27FC236}">
                  <a16:creationId xmlns:a16="http://schemas.microsoft.com/office/drawing/2014/main" id="{064C34AA-742A-4849-8CD3-EBD627656C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24">
              <a:extLst>
                <a:ext uri="{FF2B5EF4-FFF2-40B4-BE49-F238E27FC236}">
                  <a16:creationId xmlns:a16="http://schemas.microsoft.com/office/drawing/2014/main" id="{EC6ED33D-9A7B-5247-BA45-456AE5F3B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26">
              <a:extLst>
                <a:ext uri="{FF2B5EF4-FFF2-40B4-BE49-F238E27FC236}">
                  <a16:creationId xmlns:a16="http://schemas.microsoft.com/office/drawing/2014/main" id="{143DF02F-6797-8A48-8141-360A16A5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27">
              <a:extLst>
                <a:ext uri="{FF2B5EF4-FFF2-40B4-BE49-F238E27FC236}">
                  <a16:creationId xmlns:a16="http://schemas.microsoft.com/office/drawing/2014/main" id="{FDD14875-9EDB-984E-9EDE-3C3A422D9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6" name="Picture 4" descr="Chart, bar chart&#10;&#10;Description automatically generated">
            <a:extLst>
              <a:ext uri="{FF2B5EF4-FFF2-40B4-BE49-F238E27FC236}">
                <a16:creationId xmlns:a16="http://schemas.microsoft.com/office/drawing/2014/main" id="{C30FE100-BE82-C0DB-7644-7A80875B99E6}"/>
              </a:ext>
            </a:extLst>
          </p:cNvPr>
          <p:cNvPicPr>
            <a:picLocks noChangeAspect="1"/>
          </p:cNvPicPr>
          <p:nvPr/>
        </p:nvPicPr>
        <p:blipFill rotWithShape="1">
          <a:blip r:embed="rId3"/>
          <a:srcRect l="568" r="2808"/>
          <a:stretch/>
        </p:blipFill>
        <p:spPr>
          <a:xfrm>
            <a:off x="6084475" y="3368183"/>
            <a:ext cx="5120480" cy="2633443"/>
          </a:xfrm>
          <a:prstGeom prst="rect">
            <a:avLst/>
          </a:prstGeom>
        </p:spPr>
      </p:pic>
    </p:spTree>
    <p:extLst>
      <p:ext uri="{BB962C8B-B14F-4D97-AF65-F5344CB8AC3E}">
        <p14:creationId xmlns:p14="http://schemas.microsoft.com/office/powerpoint/2010/main" val="75626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24">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136B3-3F95-4BBC-9BF2-00BB52B267ED}"/>
              </a:ext>
            </a:extLst>
          </p:cNvPr>
          <p:cNvSpPr>
            <a:spLocks noGrp="1"/>
          </p:cNvSpPr>
          <p:nvPr>
            <p:ph type="title"/>
          </p:nvPr>
        </p:nvSpPr>
        <p:spPr>
          <a:xfrm>
            <a:off x="565151" y="770890"/>
            <a:ext cx="4133560" cy="1268984"/>
          </a:xfrm>
        </p:spPr>
        <p:txBody>
          <a:bodyPr>
            <a:normAutofit/>
          </a:bodyPr>
          <a:lstStyle/>
          <a:p>
            <a:pPr>
              <a:lnSpc>
                <a:spcPct val="90000"/>
              </a:lnSpc>
            </a:pPr>
            <a:r>
              <a:rPr lang="en-GB" sz="2800" b="0" u="sng">
                <a:solidFill>
                  <a:schemeClr val="accent5"/>
                </a:solidFill>
                <a:latin typeface="Calibri"/>
                <a:ea typeface="+mj-lt"/>
                <a:cs typeface="+mj-lt"/>
              </a:rPr>
              <a:t>Sex vs Limit Balance</a:t>
            </a:r>
            <a:endParaRPr lang="en-US" sz="2800" u="sng">
              <a:solidFill>
                <a:schemeClr val="accent5"/>
              </a:solidFill>
              <a:latin typeface="Calibri"/>
              <a:cs typeface="Calibri"/>
            </a:endParaRPr>
          </a:p>
        </p:txBody>
      </p:sp>
      <p:sp>
        <p:nvSpPr>
          <p:cNvPr id="41" name="Content Placeholder 21">
            <a:extLst>
              <a:ext uri="{FF2B5EF4-FFF2-40B4-BE49-F238E27FC236}">
                <a16:creationId xmlns:a16="http://schemas.microsoft.com/office/drawing/2014/main" id="{9422EB18-CF7B-26EE-C050-8F296C214D82}"/>
              </a:ext>
            </a:extLst>
          </p:cNvPr>
          <p:cNvSpPr>
            <a:spLocks noGrp="1"/>
          </p:cNvSpPr>
          <p:nvPr>
            <p:ph idx="1"/>
          </p:nvPr>
        </p:nvSpPr>
        <p:spPr>
          <a:xfrm>
            <a:off x="565151" y="2160016"/>
            <a:ext cx="4956870" cy="3601212"/>
          </a:xfrm>
        </p:spPr>
        <p:txBody>
          <a:bodyPr vert="horz" lIns="91440" tIns="45720" rIns="91440" bIns="45720" rtlCol="0" anchor="t">
            <a:normAutofit/>
          </a:bodyPr>
          <a:lstStyle/>
          <a:p>
            <a:pPr marL="0" indent="0">
              <a:buNone/>
            </a:pPr>
            <a:r>
              <a:rPr lang="en-US">
                <a:latin typeface="Calibri"/>
                <a:ea typeface="+mn-lt"/>
                <a:cs typeface="+mn-lt"/>
              </a:rPr>
              <a:t>The male and female histograms are presented, and it is clear that the limit- </a:t>
            </a:r>
            <a:r>
              <a:rPr lang="en-US" err="1">
                <a:latin typeface="Calibri"/>
                <a:ea typeface="+mn-lt"/>
                <a:cs typeface="+mn-lt"/>
              </a:rPr>
              <a:t>bal</a:t>
            </a:r>
            <a:r>
              <a:rPr lang="en-US">
                <a:latin typeface="Calibri"/>
                <a:ea typeface="+mn-lt"/>
                <a:cs typeface="+mn-lt"/>
              </a:rPr>
              <a:t> 0-5000 interval has a larger count of both gender than other intervals. </a:t>
            </a:r>
            <a:endParaRPr lang="en-US">
              <a:latin typeface="Calibri"/>
              <a:cs typeface="Calibri"/>
            </a:endParaRPr>
          </a:p>
        </p:txBody>
      </p:sp>
      <p:cxnSp>
        <p:nvCxnSpPr>
          <p:cNvPr id="42" name="Straight Connector 26">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0D40C408-1C95-CC45-87A7-61CE8B1F93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30" name="Freeform 22">
              <a:extLst>
                <a:ext uri="{FF2B5EF4-FFF2-40B4-BE49-F238E27FC236}">
                  <a16:creationId xmlns:a16="http://schemas.microsoft.com/office/drawing/2014/main" id="{064C34AA-742A-4849-8CD3-EBD627656C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24">
              <a:extLst>
                <a:ext uri="{FF2B5EF4-FFF2-40B4-BE49-F238E27FC236}">
                  <a16:creationId xmlns:a16="http://schemas.microsoft.com/office/drawing/2014/main" id="{EC6ED33D-9A7B-5247-BA45-456AE5F3B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26">
              <a:extLst>
                <a:ext uri="{FF2B5EF4-FFF2-40B4-BE49-F238E27FC236}">
                  <a16:creationId xmlns:a16="http://schemas.microsoft.com/office/drawing/2014/main" id="{143DF02F-6797-8A48-8141-360A16A5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27">
              <a:extLst>
                <a:ext uri="{FF2B5EF4-FFF2-40B4-BE49-F238E27FC236}">
                  <a16:creationId xmlns:a16="http://schemas.microsoft.com/office/drawing/2014/main" id="{FDD14875-9EDB-984E-9EDE-3C3A422D9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Picture 3">
            <a:extLst>
              <a:ext uri="{FF2B5EF4-FFF2-40B4-BE49-F238E27FC236}">
                <a16:creationId xmlns:a16="http://schemas.microsoft.com/office/drawing/2014/main" id="{8030A2AD-0BDB-1B8D-C2B1-A397E1EF4E44}"/>
              </a:ext>
            </a:extLst>
          </p:cNvPr>
          <p:cNvPicPr>
            <a:picLocks noChangeAspect="1"/>
          </p:cNvPicPr>
          <p:nvPr/>
        </p:nvPicPr>
        <p:blipFill>
          <a:blip r:embed="rId2"/>
          <a:stretch>
            <a:fillRect/>
          </a:stretch>
        </p:blipFill>
        <p:spPr>
          <a:xfrm>
            <a:off x="6904653" y="584670"/>
            <a:ext cx="5151834" cy="5435879"/>
          </a:xfrm>
          <a:prstGeom prst="rect">
            <a:avLst/>
          </a:prstGeom>
        </p:spPr>
      </p:pic>
    </p:spTree>
    <p:extLst>
      <p:ext uri="{BB962C8B-B14F-4D97-AF65-F5344CB8AC3E}">
        <p14:creationId xmlns:p14="http://schemas.microsoft.com/office/powerpoint/2010/main" val="3040861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46B322-D2E0-0121-E695-8607E43F0E5B}"/>
              </a:ext>
            </a:extLst>
          </p:cNvPr>
          <p:cNvSpPr>
            <a:spLocks noGrp="1"/>
          </p:cNvSpPr>
          <p:nvPr>
            <p:ph type="title"/>
          </p:nvPr>
        </p:nvSpPr>
        <p:spPr>
          <a:xfrm>
            <a:off x="393433" y="773901"/>
            <a:ext cx="4434066" cy="1685911"/>
          </a:xfrm>
        </p:spPr>
        <p:txBody>
          <a:bodyPr>
            <a:normAutofit fontScale="90000"/>
          </a:bodyPr>
          <a:lstStyle/>
          <a:p>
            <a:pPr>
              <a:lnSpc>
                <a:spcPct val="90000"/>
              </a:lnSpc>
            </a:pPr>
            <a:r>
              <a:rPr lang="en-GB" sz="2400" b="0" u="sng">
                <a:solidFill>
                  <a:schemeClr val="accent5"/>
                </a:solidFill>
                <a:latin typeface="Calibri"/>
                <a:ea typeface="+mj-lt"/>
                <a:cs typeface="+mj-lt"/>
              </a:rPr>
              <a:t>Age vs Limit Balance</a:t>
            </a:r>
            <a:br>
              <a:rPr lang="en-GB" sz="2400" b="0" u="sng">
                <a:latin typeface="Calibri"/>
                <a:ea typeface="+mj-lt"/>
                <a:cs typeface="+mj-lt"/>
              </a:rPr>
            </a:br>
            <a:br>
              <a:rPr lang="en-GB" sz="2000" b="0" u="sng">
                <a:latin typeface="Calibri"/>
                <a:ea typeface="+mj-lt"/>
                <a:cs typeface="+mj-lt"/>
              </a:rPr>
            </a:br>
            <a:r>
              <a:rPr lang="en-US" sz="2400" b="0">
                <a:latin typeface="Calibri"/>
                <a:ea typeface="+mj-lt"/>
                <a:cs typeface="Calibri"/>
              </a:rPr>
              <a:t>The scatter plot has points with two categories randomly split throughout the graph. </a:t>
            </a:r>
            <a:br>
              <a:rPr lang="en-GB" sz="2400" b="0" u="sng">
                <a:latin typeface="Calibri"/>
                <a:ea typeface="+mj-lt"/>
                <a:cs typeface="+mj-lt"/>
              </a:rPr>
            </a:br>
            <a:br>
              <a:rPr lang="en-GB" sz="2400" b="0" u="sng">
                <a:latin typeface="Calibri"/>
                <a:ea typeface="+mj-lt"/>
                <a:cs typeface="+mj-lt"/>
              </a:rPr>
            </a:br>
            <a:br>
              <a:rPr lang="en-GB" sz="2400" b="0" u="sng">
                <a:latin typeface="Calibri"/>
                <a:ea typeface="+mj-lt"/>
                <a:cs typeface="+mj-lt"/>
              </a:rPr>
            </a:br>
            <a:endParaRPr lang="en-GB" sz="2400" b="0" u="sng">
              <a:solidFill>
                <a:schemeClr val="accent5"/>
              </a:solidFill>
              <a:latin typeface="Calibri"/>
              <a:ea typeface="+mj-lt"/>
              <a:cs typeface="+mj-lt"/>
            </a:endParaRPr>
          </a:p>
        </p:txBody>
      </p:sp>
      <p:sp>
        <p:nvSpPr>
          <p:cNvPr id="8" name="Content Placeholder 7">
            <a:extLst>
              <a:ext uri="{FF2B5EF4-FFF2-40B4-BE49-F238E27FC236}">
                <a16:creationId xmlns:a16="http://schemas.microsoft.com/office/drawing/2014/main" id="{101F8ABD-01B0-7529-91D0-8C5077611B43}"/>
              </a:ext>
            </a:extLst>
          </p:cNvPr>
          <p:cNvSpPr>
            <a:spLocks noGrp="1"/>
          </p:cNvSpPr>
          <p:nvPr>
            <p:ph idx="1"/>
          </p:nvPr>
        </p:nvSpPr>
        <p:spPr>
          <a:xfrm>
            <a:off x="210982" y="2859785"/>
            <a:ext cx="5668291" cy="3672201"/>
          </a:xfrm>
        </p:spPr>
        <p:txBody>
          <a:bodyPr vert="horz" lIns="91440" tIns="45720" rIns="91440" bIns="45720" rtlCol="0" anchor="t">
            <a:normAutofit fontScale="92500" lnSpcReduction="20000"/>
          </a:bodyPr>
          <a:lstStyle/>
          <a:p>
            <a:pPr>
              <a:buNone/>
            </a:pPr>
            <a:r>
              <a:rPr lang="en-US" sz="2000">
                <a:latin typeface="Calibri"/>
                <a:cs typeface="Calibri"/>
              </a:rPr>
              <a:t>   </a:t>
            </a:r>
            <a:r>
              <a:rPr lang="en-US">
                <a:latin typeface="Calibri"/>
                <a:cs typeface="Calibri"/>
              </a:rPr>
              <a:t> </a:t>
            </a:r>
            <a:r>
              <a:rPr lang="en-GB" u="sng">
                <a:solidFill>
                  <a:schemeClr val="accent5"/>
                </a:solidFill>
                <a:latin typeface="Calibri"/>
                <a:cs typeface="Calibri"/>
              </a:rPr>
              <a:t>Age vs Default</a:t>
            </a:r>
            <a:endParaRPr lang="en-US">
              <a:solidFill>
                <a:schemeClr val="accent5"/>
              </a:solidFill>
              <a:latin typeface="Calibri"/>
              <a:cs typeface="Calibri"/>
            </a:endParaRPr>
          </a:p>
          <a:p>
            <a:pPr>
              <a:buNone/>
            </a:pPr>
            <a:r>
              <a:rPr lang="en-US">
                <a:latin typeface="Calibri"/>
                <a:cs typeface="Calibri"/>
              </a:rPr>
              <a:t>     </a:t>
            </a:r>
            <a:r>
              <a:rPr lang="en-US" sz="2000">
                <a:latin typeface="Calibri"/>
                <a:cs typeface="Calibri"/>
              </a:rPr>
              <a:t>Here the default payments next month in the data set are represented by binary variables 0 and 1 where the payments made are shown as 0 and default payments are shown as 1.</a:t>
            </a:r>
            <a:endParaRPr lang="en-US" sz="2000">
              <a:latin typeface="Calibri"/>
              <a:ea typeface="+mn-lt"/>
              <a:cs typeface="+mn-lt"/>
            </a:endParaRPr>
          </a:p>
          <a:p>
            <a:pPr>
              <a:buNone/>
            </a:pPr>
            <a:r>
              <a:rPr lang="en-US" sz="2000">
                <a:latin typeface="Calibri"/>
                <a:cs typeface="Calibri"/>
              </a:rPr>
              <a:t>     Between the ages of 20 and 30, we can see more than 500 default payments.</a:t>
            </a:r>
            <a:endParaRPr lang="en-US" sz="2000">
              <a:latin typeface="Calibri"/>
              <a:ea typeface="+mn-lt"/>
              <a:cs typeface="+mn-lt"/>
            </a:endParaRPr>
          </a:p>
          <a:p>
            <a:pPr>
              <a:buNone/>
            </a:pPr>
            <a:r>
              <a:rPr lang="en-US" sz="2000">
                <a:latin typeface="Calibri"/>
                <a:cs typeface="Calibri"/>
              </a:rPr>
              <a:t>     The maximum number of payments were made by more than 2000 persons who were in the age between 25 to 30</a:t>
            </a:r>
            <a:endParaRPr lang="en-US" sz="2000">
              <a:latin typeface="Calibri"/>
              <a:ea typeface="+mn-lt"/>
              <a:cs typeface="+mn-lt"/>
            </a:endParaRPr>
          </a:p>
          <a:p>
            <a:pPr>
              <a:buNone/>
            </a:pPr>
            <a:r>
              <a:rPr lang="en-US" sz="2000">
                <a:latin typeface="Calibri"/>
                <a:cs typeface="Calibri"/>
              </a:rPr>
              <a:t>     The Histogram of payments made is higher than the default  payments.</a:t>
            </a:r>
          </a:p>
        </p:txBody>
      </p:sp>
      <p:grpSp>
        <p:nvGrpSpPr>
          <p:cNvPr id="13" name="Group 12">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4"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9" name="Straight Connector 18">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5D8B9E3-EC91-5901-15C9-481519E50FE8}"/>
              </a:ext>
            </a:extLst>
          </p:cNvPr>
          <p:cNvSpPr txBox="1"/>
          <p:nvPr/>
        </p:nvSpPr>
        <p:spPr>
          <a:xfrm>
            <a:off x="230576" y="48053"/>
            <a:ext cx="4249631" cy="707886"/>
          </a:xfrm>
          <a:prstGeom prst="rect">
            <a:avLst/>
          </a:prstGeom>
          <a:noFill/>
        </p:spPr>
        <p:txBody>
          <a:bodyPr wrap="square" rtlCol="0">
            <a:spAutoFit/>
          </a:bodyPr>
          <a:lstStyle/>
          <a:p>
            <a:pPr algn="just"/>
            <a:r>
              <a:rPr lang="en-IN" sz="4000"/>
              <a:t>AGE</a:t>
            </a:r>
          </a:p>
        </p:txBody>
      </p:sp>
      <p:pic>
        <p:nvPicPr>
          <p:cNvPr id="5" name="Picture 5" descr="Chart, scatter chart&#10;&#10;Description automatically generated">
            <a:extLst>
              <a:ext uri="{FF2B5EF4-FFF2-40B4-BE49-F238E27FC236}">
                <a16:creationId xmlns:a16="http://schemas.microsoft.com/office/drawing/2014/main" id="{BBEDB83C-913D-26F3-09D4-86CA0C9D24DF}"/>
              </a:ext>
            </a:extLst>
          </p:cNvPr>
          <p:cNvPicPr>
            <a:picLocks noChangeAspect="1"/>
          </p:cNvPicPr>
          <p:nvPr/>
        </p:nvPicPr>
        <p:blipFill>
          <a:blip r:embed="rId2"/>
          <a:stretch>
            <a:fillRect/>
          </a:stretch>
        </p:blipFill>
        <p:spPr>
          <a:xfrm>
            <a:off x="6331931" y="71472"/>
            <a:ext cx="5697212" cy="3383789"/>
          </a:xfrm>
          <a:prstGeom prst="rect">
            <a:avLst/>
          </a:prstGeom>
        </p:spPr>
      </p:pic>
      <p:pic>
        <p:nvPicPr>
          <p:cNvPr id="7" name="Picture 4" descr="Chart, histogram&#10;&#10;Description automatically generated">
            <a:extLst>
              <a:ext uri="{FF2B5EF4-FFF2-40B4-BE49-F238E27FC236}">
                <a16:creationId xmlns:a16="http://schemas.microsoft.com/office/drawing/2014/main" id="{C75AE799-9928-6BF2-6E40-A6A9F42A29D4}"/>
              </a:ext>
            </a:extLst>
          </p:cNvPr>
          <p:cNvPicPr>
            <a:picLocks noChangeAspect="1"/>
          </p:cNvPicPr>
          <p:nvPr/>
        </p:nvPicPr>
        <p:blipFill rotWithShape="1">
          <a:blip r:embed="rId3"/>
          <a:srcRect r="3376"/>
          <a:stretch/>
        </p:blipFill>
        <p:spPr>
          <a:xfrm>
            <a:off x="6015128" y="3455261"/>
            <a:ext cx="5962009" cy="3152469"/>
          </a:xfrm>
          <a:prstGeom prst="rect">
            <a:avLst/>
          </a:prstGeom>
        </p:spPr>
      </p:pic>
    </p:spTree>
    <p:extLst>
      <p:ext uri="{BB962C8B-B14F-4D97-AF65-F5344CB8AC3E}">
        <p14:creationId xmlns:p14="http://schemas.microsoft.com/office/powerpoint/2010/main" val="806809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FEFBBE-C075-5FFE-2E80-2C309A995AFB}"/>
              </a:ext>
            </a:extLst>
          </p:cNvPr>
          <p:cNvSpPr>
            <a:spLocks noGrp="1"/>
          </p:cNvSpPr>
          <p:nvPr>
            <p:ph type="title"/>
          </p:nvPr>
        </p:nvSpPr>
        <p:spPr>
          <a:xfrm>
            <a:off x="0" y="13781"/>
            <a:ext cx="2355011" cy="795255"/>
          </a:xfrm>
        </p:spPr>
        <p:txBody>
          <a:bodyPr>
            <a:normAutofit/>
          </a:bodyPr>
          <a:lstStyle/>
          <a:p>
            <a:r>
              <a:rPr lang="en-GB" u="sng">
                <a:solidFill>
                  <a:schemeClr val="accent5"/>
                </a:solidFill>
              </a:rPr>
              <a:t>KNN Fit</a:t>
            </a:r>
          </a:p>
        </p:txBody>
      </p:sp>
      <p:sp>
        <p:nvSpPr>
          <p:cNvPr id="23" name="Content Placeholder 22">
            <a:extLst>
              <a:ext uri="{FF2B5EF4-FFF2-40B4-BE49-F238E27FC236}">
                <a16:creationId xmlns:a16="http://schemas.microsoft.com/office/drawing/2014/main" id="{E4C3F7D7-9B97-D1FB-A4D7-9F10C6393D5A}"/>
              </a:ext>
            </a:extLst>
          </p:cNvPr>
          <p:cNvSpPr>
            <a:spLocks noGrp="1"/>
          </p:cNvSpPr>
          <p:nvPr>
            <p:ph idx="1"/>
          </p:nvPr>
        </p:nvSpPr>
        <p:spPr>
          <a:xfrm>
            <a:off x="512598" y="3943027"/>
            <a:ext cx="4133559" cy="1798856"/>
          </a:xfrm>
        </p:spPr>
        <p:txBody>
          <a:bodyPr vert="horz" lIns="91440" tIns="45720" rIns="91440" bIns="45720" rtlCol="0" anchor="t">
            <a:normAutofit fontScale="92500" lnSpcReduction="10000"/>
          </a:bodyPr>
          <a:lstStyle/>
          <a:p>
            <a:pPr marL="0" indent="0">
              <a:buNone/>
            </a:pPr>
            <a:r>
              <a:rPr lang="en-US" sz="2000">
                <a:latin typeface="Calibri"/>
                <a:cs typeface="Calibri"/>
              </a:rPr>
              <a:t>Plot of neighbors(K) vs. accuracy for each number is plotted. We can see that accuracy increases as the neighbors increase until 9 neighbors. After 9 the accuracy decreased for 10 neighbors. So the optimal neighbors(K) is 9. </a:t>
            </a:r>
          </a:p>
        </p:txBody>
      </p:sp>
      <p:pic>
        <p:nvPicPr>
          <p:cNvPr id="5" name="Picture 5" descr="Chart, line chart&#10;&#10;Description automatically generated">
            <a:extLst>
              <a:ext uri="{FF2B5EF4-FFF2-40B4-BE49-F238E27FC236}">
                <a16:creationId xmlns:a16="http://schemas.microsoft.com/office/drawing/2014/main" id="{9AADD37D-9E95-CF96-CDFC-E569983A228D}"/>
              </a:ext>
            </a:extLst>
          </p:cNvPr>
          <p:cNvPicPr>
            <a:picLocks noChangeAspect="1"/>
          </p:cNvPicPr>
          <p:nvPr/>
        </p:nvPicPr>
        <p:blipFill rotWithShape="1">
          <a:blip r:embed="rId2"/>
          <a:srcRect l="1046" t="7218"/>
          <a:stretch/>
        </p:blipFill>
        <p:spPr>
          <a:xfrm>
            <a:off x="5331125" y="2639684"/>
            <a:ext cx="6363248" cy="4280654"/>
          </a:xfrm>
          <a:prstGeom prst="rect">
            <a:avLst/>
          </a:prstGeom>
        </p:spPr>
      </p:pic>
      <p:grpSp>
        <p:nvGrpSpPr>
          <p:cNvPr id="28" name="Group 27">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29"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4" name="Straight Connector 33">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EC62F20-8C4F-F546-297E-3FCFB7F4E495}"/>
              </a:ext>
            </a:extLst>
          </p:cNvPr>
          <p:cNvPicPr>
            <a:picLocks noChangeAspect="1"/>
          </p:cNvPicPr>
          <p:nvPr/>
        </p:nvPicPr>
        <p:blipFill>
          <a:blip r:embed="rId3"/>
          <a:stretch>
            <a:fillRect/>
          </a:stretch>
        </p:blipFill>
        <p:spPr>
          <a:xfrm>
            <a:off x="5553517" y="890378"/>
            <a:ext cx="6140856" cy="1051823"/>
          </a:xfrm>
          <a:prstGeom prst="rect">
            <a:avLst/>
          </a:prstGeom>
        </p:spPr>
      </p:pic>
      <p:sp>
        <p:nvSpPr>
          <p:cNvPr id="3" name="TextBox 2">
            <a:extLst>
              <a:ext uri="{FF2B5EF4-FFF2-40B4-BE49-F238E27FC236}">
                <a16:creationId xmlns:a16="http://schemas.microsoft.com/office/drawing/2014/main" id="{CF3A784C-C5B2-4AD6-E0D6-AE03A10704DF}"/>
              </a:ext>
            </a:extLst>
          </p:cNvPr>
          <p:cNvSpPr txBox="1"/>
          <p:nvPr/>
        </p:nvSpPr>
        <p:spPr>
          <a:xfrm>
            <a:off x="516504" y="887484"/>
            <a:ext cx="422763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mn-lt"/>
                <a:cs typeface="+mn-lt"/>
              </a:rPr>
              <a:t>KNN, is a supervised learning classifier, which uses proximity to make classifications or predictions about the grouping of an individual data point. While it can be used for either regression or classification problems, it is typically used as a classification algorithm, working off the assumption that similar points can be found near one another.</a:t>
            </a:r>
            <a:endParaRPr lang="en-US">
              <a:latin typeface="Calibri"/>
              <a:cs typeface="Calibri"/>
            </a:endParaRPr>
          </a:p>
        </p:txBody>
      </p:sp>
    </p:spTree>
    <p:extLst>
      <p:ext uri="{BB962C8B-B14F-4D97-AF65-F5344CB8AC3E}">
        <p14:creationId xmlns:p14="http://schemas.microsoft.com/office/powerpoint/2010/main" val="3735306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817E2B-FD62-6C1A-CE83-8C0F4F8FC345}"/>
              </a:ext>
            </a:extLst>
          </p:cNvPr>
          <p:cNvSpPr>
            <a:spLocks noGrp="1"/>
          </p:cNvSpPr>
          <p:nvPr>
            <p:ph type="title"/>
          </p:nvPr>
        </p:nvSpPr>
        <p:spPr>
          <a:xfrm>
            <a:off x="565150" y="770890"/>
            <a:ext cx="3274846" cy="840018"/>
          </a:xfrm>
        </p:spPr>
        <p:txBody>
          <a:bodyPr>
            <a:normAutofit/>
          </a:bodyPr>
          <a:lstStyle/>
          <a:p>
            <a:r>
              <a:rPr lang="en-IN" sz="2800" u="sng">
                <a:solidFill>
                  <a:schemeClr val="accent5"/>
                </a:solidFill>
                <a:latin typeface="Calibri"/>
                <a:cs typeface="Calibri"/>
              </a:rPr>
              <a:t>Logistic regression</a:t>
            </a:r>
          </a:p>
        </p:txBody>
      </p:sp>
      <p:pic>
        <p:nvPicPr>
          <p:cNvPr id="5" name="Picture 5" descr="Text&#10;&#10;Description automatically generated">
            <a:extLst>
              <a:ext uri="{FF2B5EF4-FFF2-40B4-BE49-F238E27FC236}">
                <a16:creationId xmlns:a16="http://schemas.microsoft.com/office/drawing/2014/main" id="{8EFB3FF0-F5B6-8D9A-5F27-94816C3062BD}"/>
              </a:ext>
            </a:extLst>
          </p:cNvPr>
          <p:cNvPicPr>
            <a:picLocks noChangeAspect="1"/>
          </p:cNvPicPr>
          <p:nvPr/>
        </p:nvPicPr>
        <p:blipFill>
          <a:blip r:embed="rId2"/>
          <a:stretch>
            <a:fillRect/>
          </a:stretch>
        </p:blipFill>
        <p:spPr>
          <a:xfrm>
            <a:off x="5212395" y="1988402"/>
            <a:ext cx="6741943" cy="3806445"/>
          </a:xfrm>
          <a:prstGeom prst="rect">
            <a:avLst/>
          </a:prstGeom>
        </p:spPr>
      </p:pic>
      <p:grpSp>
        <p:nvGrpSpPr>
          <p:cNvPr id="28" name="Group 27">
            <a:extLst>
              <a:ext uri="{FF2B5EF4-FFF2-40B4-BE49-F238E27FC236}">
                <a16:creationId xmlns:a16="http://schemas.microsoft.com/office/drawing/2014/main" id="{05ADD15B-C747-D340-BF8A-A1DD2A6A9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29" name="Freeform 53">
              <a:extLst>
                <a:ext uri="{FF2B5EF4-FFF2-40B4-BE49-F238E27FC236}">
                  <a16:creationId xmlns:a16="http://schemas.microsoft.com/office/drawing/2014/main" id="{0B0B662E-0152-FD4E-B468-3F3593C15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55">
              <a:extLst>
                <a:ext uri="{FF2B5EF4-FFF2-40B4-BE49-F238E27FC236}">
                  <a16:creationId xmlns:a16="http://schemas.microsoft.com/office/drawing/2014/main" id="{81BFFC99-6B9D-F240-BD39-160F4C573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57">
              <a:extLst>
                <a:ext uri="{FF2B5EF4-FFF2-40B4-BE49-F238E27FC236}">
                  <a16:creationId xmlns:a16="http://schemas.microsoft.com/office/drawing/2014/main" id="{4DC6AEB9-EEFF-D243-AEE2-42D0F9E53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58">
              <a:extLst>
                <a:ext uri="{FF2B5EF4-FFF2-40B4-BE49-F238E27FC236}">
                  <a16:creationId xmlns:a16="http://schemas.microsoft.com/office/drawing/2014/main" id="{D89DA958-651D-0049-A549-A9D22E49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4" name="Straight Connector 33">
            <a:extLst>
              <a:ext uri="{FF2B5EF4-FFF2-40B4-BE49-F238E27FC236}">
                <a16:creationId xmlns:a16="http://schemas.microsoft.com/office/drawing/2014/main" id="{1FE039F1-6D47-C642-B506-452A83B0A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B77EF13-7726-3595-252F-77FF9A9D67DC}"/>
              </a:ext>
            </a:extLst>
          </p:cNvPr>
          <p:cNvPicPr>
            <a:picLocks noChangeAspect="1"/>
          </p:cNvPicPr>
          <p:nvPr/>
        </p:nvPicPr>
        <p:blipFill>
          <a:blip r:embed="rId3"/>
          <a:stretch>
            <a:fillRect/>
          </a:stretch>
        </p:blipFill>
        <p:spPr>
          <a:xfrm>
            <a:off x="5461632" y="344617"/>
            <a:ext cx="5783322" cy="1121233"/>
          </a:xfrm>
          <a:prstGeom prst="rect">
            <a:avLst/>
          </a:prstGeom>
        </p:spPr>
      </p:pic>
      <p:sp>
        <p:nvSpPr>
          <p:cNvPr id="3" name="TextBox 2">
            <a:extLst>
              <a:ext uri="{FF2B5EF4-FFF2-40B4-BE49-F238E27FC236}">
                <a16:creationId xmlns:a16="http://schemas.microsoft.com/office/drawing/2014/main" id="{9B9AFAA7-3550-DFA3-44D4-CE0127220090}"/>
              </a:ext>
            </a:extLst>
          </p:cNvPr>
          <p:cNvSpPr txBox="1"/>
          <p:nvPr/>
        </p:nvSpPr>
        <p:spPr>
          <a:xfrm>
            <a:off x="913701" y="1991360"/>
            <a:ext cx="402633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latin typeface="Calibri"/>
                <a:ea typeface="+mn-lt"/>
                <a:cs typeface="+mn-lt"/>
              </a:rPr>
              <a:t>Logistic regression predicts the output of a categorical dependent variable. Therefore, the outcome must be a categorical or discrete value. It can be either Yes or No, 0 or 1, true or False, etc. </a:t>
            </a:r>
          </a:p>
          <a:p>
            <a:endParaRPr lang="en-GB" sz="2000">
              <a:latin typeface="Calibri"/>
              <a:cs typeface="Calibri"/>
            </a:endParaRPr>
          </a:p>
          <a:p>
            <a:r>
              <a:rPr lang="en-US" sz="2000">
                <a:latin typeface="Calibri"/>
                <a:ea typeface="+mn-lt"/>
                <a:cs typeface="+mn-lt"/>
              </a:rPr>
              <a:t>Accuracy for the logistic regression is 83.1%. </a:t>
            </a:r>
            <a:endParaRPr lang="en-GB" sz="2000">
              <a:latin typeface="Calibri"/>
              <a:ea typeface="+mn-lt"/>
              <a:cs typeface="+mn-lt"/>
            </a:endParaRPr>
          </a:p>
          <a:p>
            <a:endParaRPr lang="en-GB" sz="2000">
              <a:latin typeface="Calibri"/>
              <a:cs typeface="Calibri"/>
            </a:endParaRPr>
          </a:p>
        </p:txBody>
      </p:sp>
    </p:spTree>
    <p:extLst>
      <p:ext uri="{BB962C8B-B14F-4D97-AF65-F5344CB8AC3E}">
        <p14:creationId xmlns:p14="http://schemas.microsoft.com/office/powerpoint/2010/main" val="2125533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E9934-6FB5-B9C3-6737-753AAE751972}"/>
              </a:ext>
            </a:extLst>
          </p:cNvPr>
          <p:cNvSpPr>
            <a:spLocks noGrp="1"/>
          </p:cNvSpPr>
          <p:nvPr>
            <p:ph type="title"/>
          </p:nvPr>
        </p:nvSpPr>
        <p:spPr/>
        <p:txBody>
          <a:bodyPr>
            <a:normAutofit/>
          </a:bodyPr>
          <a:lstStyle/>
          <a:p>
            <a:r>
              <a:rPr lang="en-IN" sz="3200" u="sng">
                <a:solidFill>
                  <a:schemeClr val="accent5"/>
                </a:solidFill>
                <a:latin typeface="Calibri"/>
                <a:cs typeface="Calibri"/>
              </a:rPr>
              <a:t>Navie Bayes</a:t>
            </a:r>
          </a:p>
        </p:txBody>
      </p:sp>
      <p:sp>
        <p:nvSpPr>
          <p:cNvPr id="3" name="Content Placeholder 2">
            <a:extLst>
              <a:ext uri="{FF2B5EF4-FFF2-40B4-BE49-F238E27FC236}">
                <a16:creationId xmlns:a16="http://schemas.microsoft.com/office/drawing/2014/main" id="{2CDADDA0-1BA5-9066-F6F7-7CDE841B4DA3}"/>
              </a:ext>
            </a:extLst>
          </p:cNvPr>
          <p:cNvSpPr>
            <a:spLocks noGrp="1"/>
          </p:cNvSpPr>
          <p:nvPr>
            <p:ph idx="1"/>
          </p:nvPr>
        </p:nvSpPr>
        <p:spPr>
          <a:xfrm>
            <a:off x="483627" y="5355771"/>
            <a:ext cx="7335835" cy="835718"/>
          </a:xfrm>
        </p:spPr>
        <p:txBody>
          <a:bodyPr vert="horz" lIns="91440" tIns="45720" rIns="91440" bIns="45720" rtlCol="0" anchor="t">
            <a:normAutofit/>
          </a:bodyPr>
          <a:lstStyle/>
          <a:p>
            <a:pPr marL="0" indent="0">
              <a:buNone/>
            </a:pPr>
            <a:r>
              <a:rPr lang="en-IN" sz="2000">
                <a:latin typeface="Calibri"/>
                <a:cs typeface="Calibri"/>
              </a:rPr>
              <a:t>The accuracy for the Naive Bayes model is 62.81 % which is less than we got from logistic regression(83.1%)</a:t>
            </a:r>
            <a:endParaRPr lang="en-US" sz="2000">
              <a:latin typeface="Calibri"/>
              <a:cs typeface="Calibri"/>
            </a:endParaRPr>
          </a:p>
        </p:txBody>
      </p:sp>
      <p:pic>
        <p:nvPicPr>
          <p:cNvPr id="4" name="Picture 4" descr="Graphical user interface, text&#10;&#10;Description automatically generated">
            <a:extLst>
              <a:ext uri="{FF2B5EF4-FFF2-40B4-BE49-F238E27FC236}">
                <a16:creationId xmlns:a16="http://schemas.microsoft.com/office/drawing/2014/main" id="{54B80589-E4DE-3CD6-DFEC-F6C5A62ECF9E}"/>
              </a:ext>
            </a:extLst>
          </p:cNvPr>
          <p:cNvPicPr>
            <a:picLocks noChangeAspect="1"/>
          </p:cNvPicPr>
          <p:nvPr/>
        </p:nvPicPr>
        <p:blipFill>
          <a:blip r:embed="rId2"/>
          <a:stretch>
            <a:fillRect/>
          </a:stretch>
        </p:blipFill>
        <p:spPr>
          <a:xfrm>
            <a:off x="4755980" y="1717445"/>
            <a:ext cx="7209110" cy="3638325"/>
          </a:xfrm>
          <a:prstGeom prst="rect">
            <a:avLst/>
          </a:prstGeom>
        </p:spPr>
      </p:pic>
      <p:pic>
        <p:nvPicPr>
          <p:cNvPr id="6" name="Picture 5">
            <a:extLst>
              <a:ext uri="{FF2B5EF4-FFF2-40B4-BE49-F238E27FC236}">
                <a16:creationId xmlns:a16="http://schemas.microsoft.com/office/drawing/2014/main" id="{1D63A142-A33A-9EDC-06A6-D8557BFA7E28}"/>
              </a:ext>
            </a:extLst>
          </p:cNvPr>
          <p:cNvPicPr>
            <a:picLocks noChangeAspect="1"/>
          </p:cNvPicPr>
          <p:nvPr/>
        </p:nvPicPr>
        <p:blipFill>
          <a:blip r:embed="rId3"/>
          <a:stretch>
            <a:fillRect/>
          </a:stretch>
        </p:blipFill>
        <p:spPr>
          <a:xfrm>
            <a:off x="4457435" y="543890"/>
            <a:ext cx="5862492" cy="979714"/>
          </a:xfrm>
          <a:prstGeom prst="rect">
            <a:avLst/>
          </a:prstGeom>
        </p:spPr>
      </p:pic>
      <p:sp>
        <p:nvSpPr>
          <p:cNvPr id="5" name="TextBox 4">
            <a:extLst>
              <a:ext uri="{FF2B5EF4-FFF2-40B4-BE49-F238E27FC236}">
                <a16:creationId xmlns:a16="http://schemas.microsoft.com/office/drawing/2014/main" id="{AF8491E2-5BC8-AAE3-E171-298C5B469815}"/>
              </a:ext>
            </a:extLst>
          </p:cNvPr>
          <p:cNvSpPr txBox="1"/>
          <p:nvPr/>
        </p:nvSpPr>
        <p:spPr>
          <a:xfrm>
            <a:off x="366936" y="1594405"/>
            <a:ext cx="417567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a:latin typeface="Calibri"/>
                <a:ea typeface="+mn-lt"/>
                <a:cs typeface="+mn-lt"/>
              </a:rPr>
              <a:t>Naive Bayes is classification approach that adopts the principle of class conditional independence from the Bayes Theorem. This means that the presence of one feature does not impact the presence of another in the probability of a given outcome, and each predictor has an equal effect on that result. </a:t>
            </a:r>
            <a:endParaRPr lang="en-US" sz="2000">
              <a:latin typeface="Calibri"/>
              <a:cs typeface="Calibri"/>
            </a:endParaRPr>
          </a:p>
        </p:txBody>
      </p:sp>
    </p:spTree>
    <p:extLst>
      <p:ext uri="{BB962C8B-B14F-4D97-AF65-F5344CB8AC3E}">
        <p14:creationId xmlns:p14="http://schemas.microsoft.com/office/powerpoint/2010/main" val="66061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0215E5-4ABF-34E1-0293-146170EDB968}"/>
              </a:ext>
            </a:extLst>
          </p:cNvPr>
          <p:cNvSpPr>
            <a:spLocks noGrp="1"/>
          </p:cNvSpPr>
          <p:nvPr>
            <p:ph type="title"/>
          </p:nvPr>
        </p:nvSpPr>
        <p:spPr>
          <a:xfrm>
            <a:off x="564012" y="748030"/>
            <a:ext cx="5538354" cy="1977374"/>
          </a:xfrm>
        </p:spPr>
        <p:txBody>
          <a:bodyPr>
            <a:normAutofit/>
          </a:bodyPr>
          <a:lstStyle/>
          <a:p>
            <a:r>
              <a:rPr lang="en-US" sz="2800" u="sng" err="1">
                <a:solidFill>
                  <a:schemeClr val="accent5"/>
                </a:solidFill>
                <a:latin typeface="Calibri"/>
                <a:cs typeface="Calibri"/>
              </a:rPr>
              <a:t>Comparision</a:t>
            </a:r>
            <a:r>
              <a:rPr lang="en-US" sz="2800" u="sng">
                <a:solidFill>
                  <a:schemeClr val="accent5"/>
                </a:solidFill>
                <a:latin typeface="Calibri"/>
                <a:cs typeface="Calibri"/>
              </a:rPr>
              <a:t> of ROC for different models</a:t>
            </a:r>
            <a:br>
              <a:rPr lang="en-US" sz="2800" u="sng">
                <a:latin typeface="Calibri"/>
              </a:rPr>
            </a:br>
            <a:endParaRPr lang="en-US" sz="2800">
              <a:latin typeface="Calibri"/>
              <a:cs typeface="Calibri"/>
            </a:endParaRPr>
          </a:p>
        </p:txBody>
      </p:sp>
      <p:sp>
        <p:nvSpPr>
          <p:cNvPr id="23" name="Content Placeholder 22">
            <a:extLst>
              <a:ext uri="{FF2B5EF4-FFF2-40B4-BE49-F238E27FC236}">
                <a16:creationId xmlns:a16="http://schemas.microsoft.com/office/drawing/2014/main" id="{2A75D386-C1C9-82E1-BB1B-0EFE238C586D}"/>
              </a:ext>
            </a:extLst>
          </p:cNvPr>
          <p:cNvSpPr>
            <a:spLocks noGrp="1"/>
          </p:cNvSpPr>
          <p:nvPr>
            <p:ph idx="1"/>
          </p:nvPr>
        </p:nvSpPr>
        <p:spPr>
          <a:xfrm>
            <a:off x="526074" y="2531247"/>
            <a:ext cx="4133559" cy="3601212"/>
          </a:xfrm>
        </p:spPr>
        <p:txBody>
          <a:bodyPr vert="horz" lIns="91440" tIns="45720" rIns="91440" bIns="45720" rtlCol="0" anchor="t">
            <a:normAutofit/>
          </a:bodyPr>
          <a:lstStyle/>
          <a:p>
            <a:pPr marL="0" indent="0">
              <a:buNone/>
            </a:pPr>
            <a:endParaRPr lang="en-US"/>
          </a:p>
          <a:p>
            <a:pPr marL="0" indent="0">
              <a:buNone/>
            </a:pPr>
            <a:endParaRPr lang="en-US"/>
          </a:p>
        </p:txBody>
      </p:sp>
      <p:pic>
        <p:nvPicPr>
          <p:cNvPr id="5" name="Picture 5" descr="Chart, histogram&#10;&#10;Description automatically generated">
            <a:extLst>
              <a:ext uri="{FF2B5EF4-FFF2-40B4-BE49-F238E27FC236}">
                <a16:creationId xmlns:a16="http://schemas.microsoft.com/office/drawing/2014/main" id="{2B6B6F68-867D-58FC-E75E-93173F52A7AC}"/>
              </a:ext>
            </a:extLst>
          </p:cNvPr>
          <p:cNvPicPr>
            <a:picLocks noChangeAspect="1"/>
          </p:cNvPicPr>
          <p:nvPr/>
        </p:nvPicPr>
        <p:blipFill>
          <a:blip r:embed="rId3"/>
          <a:stretch>
            <a:fillRect/>
          </a:stretch>
        </p:blipFill>
        <p:spPr>
          <a:xfrm>
            <a:off x="5632113" y="1117838"/>
            <a:ext cx="6150237" cy="4613673"/>
          </a:xfrm>
          <a:prstGeom prst="rect">
            <a:avLst/>
          </a:prstGeom>
        </p:spPr>
      </p:pic>
      <p:grpSp>
        <p:nvGrpSpPr>
          <p:cNvPr id="28" name="Group 27">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29"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4" name="Straight Connector 33">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50E3D29-96F3-575A-B699-B9FFE6585CDF}"/>
              </a:ext>
            </a:extLst>
          </p:cNvPr>
          <p:cNvSpPr txBox="1"/>
          <p:nvPr/>
        </p:nvSpPr>
        <p:spPr>
          <a:xfrm>
            <a:off x="505692" y="2025677"/>
            <a:ext cx="4844415"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latin typeface="Calibri"/>
                <a:ea typeface="+mn-lt"/>
                <a:cs typeface="+mn-lt"/>
              </a:rPr>
              <a:t>ROC curves typically feature true positive rate on the Y axis, and false positive rate on the X axis.</a:t>
            </a:r>
            <a:r>
              <a:rPr lang="en-GB" sz="2000">
                <a:latin typeface="Calibri"/>
                <a:cs typeface="Calibri"/>
              </a:rPr>
              <a:t> </a:t>
            </a:r>
            <a:r>
              <a:rPr lang="en-GB" sz="2000">
                <a:latin typeface="Calibri"/>
                <a:ea typeface="+mn-lt"/>
                <a:cs typeface="+mn-lt"/>
              </a:rPr>
              <a:t>This is not very realistic, but it does mean that a larger area under the curve (AUC) is usually better.</a:t>
            </a:r>
            <a:r>
              <a:rPr lang="en-GB" sz="2000">
                <a:latin typeface="Calibri"/>
                <a:cs typeface="Calibri"/>
              </a:rPr>
              <a:t> ROC curves showing the association of different models (KNN, Logistic, Naïve Bayes)</a:t>
            </a:r>
            <a:endParaRPr lang="en-US" sz="2000">
              <a:latin typeface="Calibri"/>
              <a:cs typeface="Calibri"/>
            </a:endParaRPr>
          </a:p>
        </p:txBody>
      </p:sp>
    </p:spTree>
    <p:extLst>
      <p:ext uri="{BB962C8B-B14F-4D97-AF65-F5344CB8AC3E}">
        <p14:creationId xmlns:p14="http://schemas.microsoft.com/office/powerpoint/2010/main" val="3349016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FB5DC-5017-2D3B-2E66-A37B892F7FC3}"/>
              </a:ext>
            </a:extLst>
          </p:cNvPr>
          <p:cNvSpPr>
            <a:spLocks noGrp="1"/>
          </p:cNvSpPr>
          <p:nvPr>
            <p:ph type="title"/>
          </p:nvPr>
        </p:nvSpPr>
        <p:spPr>
          <a:xfrm>
            <a:off x="565151" y="770890"/>
            <a:ext cx="4133559" cy="1268984"/>
          </a:xfrm>
        </p:spPr>
        <p:txBody>
          <a:bodyPr>
            <a:normAutofit/>
          </a:bodyPr>
          <a:lstStyle/>
          <a:p>
            <a:r>
              <a:rPr lang="en-US" sz="3200" u="sng">
                <a:solidFill>
                  <a:schemeClr val="accent5"/>
                </a:solidFill>
                <a:latin typeface="Calibri"/>
                <a:cs typeface="Calibri"/>
              </a:rPr>
              <a:t>Plot ROC</a:t>
            </a:r>
          </a:p>
        </p:txBody>
      </p:sp>
      <p:sp>
        <p:nvSpPr>
          <p:cNvPr id="8" name="Content Placeholder 7">
            <a:extLst>
              <a:ext uri="{FF2B5EF4-FFF2-40B4-BE49-F238E27FC236}">
                <a16:creationId xmlns:a16="http://schemas.microsoft.com/office/drawing/2014/main" id="{61CB7E27-7673-6474-48E8-925496C70363}"/>
              </a:ext>
            </a:extLst>
          </p:cNvPr>
          <p:cNvSpPr>
            <a:spLocks noGrp="1"/>
          </p:cNvSpPr>
          <p:nvPr>
            <p:ph idx="1"/>
          </p:nvPr>
        </p:nvSpPr>
        <p:spPr>
          <a:xfrm>
            <a:off x="565151" y="1774637"/>
            <a:ext cx="5088248" cy="4214315"/>
          </a:xfrm>
        </p:spPr>
        <p:txBody>
          <a:bodyPr vert="horz" lIns="91440" tIns="45720" rIns="91440" bIns="45720" rtlCol="0" anchor="t">
            <a:normAutofit/>
          </a:bodyPr>
          <a:lstStyle/>
          <a:p>
            <a:pPr marL="0" indent="0">
              <a:buNone/>
            </a:pPr>
            <a:r>
              <a:rPr lang="en-US" sz="2000">
                <a:latin typeface="Calibri"/>
                <a:ea typeface="+mn-lt"/>
                <a:cs typeface="+mn-lt"/>
              </a:rPr>
              <a:t>A </a:t>
            </a:r>
            <a:r>
              <a:rPr lang="en-US" sz="2000" b="1">
                <a:latin typeface="Calibri"/>
                <a:ea typeface="+mn-lt"/>
                <a:cs typeface="+mn-lt"/>
              </a:rPr>
              <a:t>Youden Plot</a:t>
            </a:r>
            <a:r>
              <a:rPr lang="en-US" sz="2000">
                <a:latin typeface="Calibri"/>
                <a:ea typeface="+mn-lt"/>
                <a:cs typeface="+mn-lt"/>
              </a:rPr>
              <a:t> is a scatter plot representation of results obtained from N laboratories on two similar materials sensitivity(TPR) and specificity(FPR). The main objective of the plot is to find out which of the N labs gave unreliable or faulty results. </a:t>
            </a:r>
          </a:p>
          <a:p>
            <a:pPr marL="0" indent="0">
              <a:buNone/>
            </a:pPr>
            <a:endParaRPr lang="en-US" sz="2000">
              <a:latin typeface="Calibri"/>
              <a:cs typeface="Calibri"/>
            </a:endParaRPr>
          </a:p>
          <a:p>
            <a:pPr marL="0" indent="0">
              <a:buNone/>
            </a:pPr>
            <a:r>
              <a:rPr lang="en-US" sz="2000">
                <a:latin typeface="Calibri"/>
                <a:cs typeface="Calibri"/>
              </a:rPr>
              <a:t>This is the best Empirical ROC curve, this has optimal point at 0.6 .</a:t>
            </a:r>
          </a:p>
        </p:txBody>
      </p:sp>
      <p:pic>
        <p:nvPicPr>
          <p:cNvPr id="4" name="Picture 4" descr="Chart&#10;&#10;Description automatically generated">
            <a:extLst>
              <a:ext uri="{FF2B5EF4-FFF2-40B4-BE49-F238E27FC236}">
                <a16:creationId xmlns:a16="http://schemas.microsoft.com/office/drawing/2014/main" id="{A9A0CBA0-0016-1B74-34C8-8AC2F130338A}"/>
              </a:ext>
            </a:extLst>
          </p:cNvPr>
          <p:cNvPicPr>
            <a:picLocks noChangeAspect="1"/>
          </p:cNvPicPr>
          <p:nvPr/>
        </p:nvPicPr>
        <p:blipFill>
          <a:blip r:embed="rId2"/>
          <a:stretch>
            <a:fillRect/>
          </a:stretch>
        </p:blipFill>
        <p:spPr>
          <a:xfrm>
            <a:off x="5632113" y="574803"/>
            <a:ext cx="6430513" cy="4613673"/>
          </a:xfrm>
          <a:prstGeom prst="rect">
            <a:avLst/>
          </a:prstGeom>
        </p:spPr>
      </p:pic>
      <p:grpSp>
        <p:nvGrpSpPr>
          <p:cNvPr id="13" name="Group 12">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4"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9" name="Straight Connector 18">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3124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48A997-B427-0B05-EC00-EE023BA9267D}"/>
              </a:ext>
            </a:extLst>
          </p:cNvPr>
          <p:cNvSpPr>
            <a:spLocks noGrp="1"/>
          </p:cNvSpPr>
          <p:nvPr>
            <p:ph type="title"/>
          </p:nvPr>
        </p:nvSpPr>
        <p:spPr>
          <a:xfrm>
            <a:off x="565150" y="770890"/>
            <a:ext cx="4134538" cy="3927094"/>
          </a:xfrm>
        </p:spPr>
        <p:txBody>
          <a:bodyPr>
            <a:normAutofit/>
          </a:bodyPr>
          <a:lstStyle/>
          <a:p>
            <a:r>
              <a:rPr lang="en-IN" sz="3200" u="sng">
                <a:solidFill>
                  <a:schemeClr val="accent5"/>
                </a:solidFill>
                <a:latin typeface="Calibri"/>
                <a:cs typeface="Calibri"/>
              </a:rPr>
              <a:t>ACCURACY</a:t>
            </a:r>
          </a:p>
        </p:txBody>
      </p:sp>
      <p:sp>
        <p:nvSpPr>
          <p:cNvPr id="8" name="Content Placeholder 7">
            <a:extLst>
              <a:ext uri="{FF2B5EF4-FFF2-40B4-BE49-F238E27FC236}">
                <a16:creationId xmlns:a16="http://schemas.microsoft.com/office/drawing/2014/main" id="{2A0232B5-22E2-3146-BEE2-01ED44FAA7D0}"/>
              </a:ext>
            </a:extLst>
          </p:cNvPr>
          <p:cNvSpPr>
            <a:spLocks noGrp="1"/>
          </p:cNvSpPr>
          <p:nvPr>
            <p:ph idx="1"/>
          </p:nvPr>
        </p:nvSpPr>
        <p:spPr>
          <a:xfrm>
            <a:off x="716482" y="3703082"/>
            <a:ext cx="5958111" cy="2126488"/>
          </a:xfrm>
        </p:spPr>
        <p:txBody>
          <a:bodyPr vert="horz" lIns="91440" tIns="45720" rIns="91440" bIns="45720" rtlCol="0" anchor="t">
            <a:normAutofit/>
          </a:bodyPr>
          <a:lstStyle/>
          <a:p>
            <a:pPr marL="0" indent="0">
              <a:buNone/>
            </a:pPr>
            <a:r>
              <a:rPr lang="en-US">
                <a:latin typeface="Calibri"/>
                <a:cs typeface="Calibri"/>
              </a:rPr>
              <a:t>From the above results we can see that the logistic regression model yielded that high accuracy of 83.1% so we choose logistic regression technique to build a model for to classify customers as default or No default </a:t>
            </a:r>
          </a:p>
        </p:txBody>
      </p:sp>
      <p:pic>
        <p:nvPicPr>
          <p:cNvPr id="4" name="Picture 4" descr="Graphical user interface, text&#10;&#10;Description automatically generated">
            <a:extLst>
              <a:ext uri="{FF2B5EF4-FFF2-40B4-BE49-F238E27FC236}">
                <a16:creationId xmlns:a16="http://schemas.microsoft.com/office/drawing/2014/main" id="{FBF12AF5-AED7-F490-9729-68831DDB63BA}"/>
              </a:ext>
            </a:extLst>
          </p:cNvPr>
          <p:cNvPicPr>
            <a:picLocks noChangeAspect="1"/>
          </p:cNvPicPr>
          <p:nvPr/>
        </p:nvPicPr>
        <p:blipFill>
          <a:blip r:embed="rId2"/>
          <a:stretch>
            <a:fillRect/>
          </a:stretch>
        </p:blipFill>
        <p:spPr>
          <a:xfrm>
            <a:off x="3318780" y="329589"/>
            <a:ext cx="8218328" cy="2923458"/>
          </a:xfrm>
          <a:prstGeom prst="rect">
            <a:avLst/>
          </a:prstGeom>
        </p:spPr>
      </p:pic>
      <p:grpSp>
        <p:nvGrpSpPr>
          <p:cNvPr id="13" name="Group 12">
            <a:extLst>
              <a:ext uri="{FF2B5EF4-FFF2-40B4-BE49-F238E27FC236}">
                <a16:creationId xmlns:a16="http://schemas.microsoft.com/office/drawing/2014/main" id="{05ADD15B-C747-D340-BF8A-A1DD2A6A9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4" name="Freeform 53">
              <a:extLst>
                <a:ext uri="{FF2B5EF4-FFF2-40B4-BE49-F238E27FC236}">
                  <a16:creationId xmlns:a16="http://schemas.microsoft.com/office/drawing/2014/main" id="{0B0B662E-0152-FD4E-B468-3F3593C15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55">
              <a:extLst>
                <a:ext uri="{FF2B5EF4-FFF2-40B4-BE49-F238E27FC236}">
                  <a16:creationId xmlns:a16="http://schemas.microsoft.com/office/drawing/2014/main" id="{81BFFC99-6B9D-F240-BD39-160F4C573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57">
              <a:extLst>
                <a:ext uri="{FF2B5EF4-FFF2-40B4-BE49-F238E27FC236}">
                  <a16:creationId xmlns:a16="http://schemas.microsoft.com/office/drawing/2014/main" id="{4DC6AEB9-EEFF-D243-AEE2-42D0F9E53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58">
              <a:extLst>
                <a:ext uri="{FF2B5EF4-FFF2-40B4-BE49-F238E27FC236}">
                  <a16:creationId xmlns:a16="http://schemas.microsoft.com/office/drawing/2014/main" id="{D89DA958-651D-0049-A549-A9D22E49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9" name="Straight Connector 18">
            <a:extLst>
              <a:ext uri="{FF2B5EF4-FFF2-40B4-BE49-F238E27FC236}">
                <a16:creationId xmlns:a16="http://schemas.microsoft.com/office/drawing/2014/main" id="{1FE039F1-6D47-C642-B506-452A83B0A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6210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06DE2-4A1F-24B0-7D96-93948D445703}"/>
              </a:ext>
            </a:extLst>
          </p:cNvPr>
          <p:cNvSpPr>
            <a:spLocks noGrp="1"/>
          </p:cNvSpPr>
          <p:nvPr>
            <p:ph type="title"/>
          </p:nvPr>
        </p:nvSpPr>
        <p:spPr>
          <a:xfrm>
            <a:off x="854710" y="3072130"/>
            <a:ext cx="7335835" cy="1268984"/>
          </a:xfrm>
        </p:spPr>
        <p:txBody>
          <a:bodyPr>
            <a:normAutofit/>
          </a:bodyPr>
          <a:lstStyle/>
          <a:p>
            <a:pPr algn="ctr"/>
            <a:r>
              <a:rPr lang="en-GB" sz="4400">
                <a:latin typeface="Calibri"/>
                <a:cs typeface="Calibri"/>
              </a:rPr>
              <a:t>THANK YOU </a:t>
            </a:r>
            <a:endParaRPr lang="en-US"/>
          </a:p>
        </p:txBody>
      </p:sp>
    </p:spTree>
    <p:extLst>
      <p:ext uri="{BB962C8B-B14F-4D97-AF65-F5344CB8AC3E}">
        <p14:creationId xmlns:p14="http://schemas.microsoft.com/office/powerpoint/2010/main" val="4231744376"/>
      </p:ext>
    </p:extLst>
  </p:cSld>
  <p:clrMapOvr>
    <a:masterClrMapping/>
  </p:clrMapOvr>
</p:sld>
</file>

<file path=ppt/theme/theme1.xml><?xml version="1.0" encoding="utf-8"?>
<a:theme xmlns:a="http://schemas.openxmlformats.org/drawingml/2006/main" name="PunchcardVTI">
  <a:themeElements>
    <a:clrScheme name="AnalogousFromRegularSeed_2SEEDS">
      <a:dk1>
        <a:srgbClr val="000000"/>
      </a:dk1>
      <a:lt1>
        <a:srgbClr val="FFFFFF"/>
      </a:lt1>
      <a:dk2>
        <a:srgbClr val="242C41"/>
      </a:dk2>
      <a:lt2>
        <a:srgbClr val="E2E6E8"/>
      </a:lt2>
      <a:accent1>
        <a:srgbClr val="B1653B"/>
      </a:accent1>
      <a:accent2>
        <a:srgbClr val="C34D54"/>
      </a:accent2>
      <a:accent3>
        <a:srgbClr val="BBA149"/>
      </a:accent3>
      <a:accent4>
        <a:srgbClr val="3BB1A3"/>
      </a:accent4>
      <a:accent5>
        <a:srgbClr val="4DA1C3"/>
      </a:accent5>
      <a:accent6>
        <a:srgbClr val="3B5DB1"/>
      </a:accent6>
      <a:hlink>
        <a:srgbClr val="3C8AB5"/>
      </a:hlink>
      <a:folHlink>
        <a:srgbClr val="7F7F7F"/>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880</Words>
  <Application>Microsoft Office PowerPoint</Application>
  <PresentationFormat>Widescreen</PresentationFormat>
  <Paragraphs>74</Paragraphs>
  <Slides>16</Slides>
  <Notes>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Neue Haas Grotesk Text Pro</vt:lpstr>
      <vt:lpstr>PunchcardVTI</vt:lpstr>
      <vt:lpstr>BUAN 6356.003 project R code</vt:lpstr>
      <vt:lpstr>PowerPoint Presentation</vt:lpstr>
      <vt:lpstr>Number of Customers Grouped by Education  The dataset has most of the people with Graduate school and University background. </vt:lpstr>
      <vt:lpstr>Analysing Customer’s  Education vs Default </vt:lpstr>
      <vt:lpstr>Analysing Customer Based on Marriage</vt:lpstr>
      <vt:lpstr>  Analysing customer’s Marriage vs Default  </vt:lpstr>
      <vt:lpstr>Group by Sex(M/F)</vt:lpstr>
      <vt:lpstr>Sex vs Limit Balance</vt:lpstr>
      <vt:lpstr>Age vs Limit Balance  The scatter plot has points with two categories randomly split throughout the graph.    </vt:lpstr>
      <vt:lpstr>KNN Fit</vt:lpstr>
      <vt:lpstr>Logistic regression</vt:lpstr>
      <vt:lpstr>Navie Bayes</vt:lpstr>
      <vt:lpstr>Comparision of ROC for different models </vt:lpstr>
      <vt:lpstr>Plot ROC</vt:lpstr>
      <vt:lpstr>ACCURACY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BUAN 6356.003 Group 3 project R code</dc:title>
  <dc:creator>Pavani</dc:creator>
  <cp:lastModifiedBy>Vennapusa, Mithun Ravi Teja Reddy</cp:lastModifiedBy>
  <cp:revision>2</cp:revision>
  <dcterms:created xsi:type="dcterms:W3CDTF">2022-11-28T05:56:42Z</dcterms:created>
  <dcterms:modified xsi:type="dcterms:W3CDTF">2024-04-10T16:32:39Z</dcterms:modified>
</cp:coreProperties>
</file>